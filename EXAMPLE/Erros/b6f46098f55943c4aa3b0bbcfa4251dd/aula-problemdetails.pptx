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7" r:id="rId4"/>
    <p:sldMasterId id="2147483732" r:id="rId5"/>
    <p:sldMasterId id="2147483659" r:id="rId6"/>
    <p:sldMasterId id="2147483728" r:id="rId7"/>
    <p:sldMasterId id="2147483651" r:id="rId8"/>
  </p:sldMasterIdLst>
  <p:notesMasterIdLst>
    <p:notesMasterId r:id="rId26"/>
  </p:notesMasterIdLst>
  <p:handoutMasterIdLst>
    <p:handoutMasterId r:id="rId27"/>
  </p:handoutMasterIdLst>
  <p:sldIdLst>
    <p:sldId id="256" r:id="rId25"/>
    <p:sldId id="257" r:id="rId24"/>
    <p:sldId id="258" r:id="rId23"/>
    <p:sldId id="259" r:id="rId22"/>
    <p:sldId id="260" r:id="rId21"/>
    <p:sldId id="261" r:id="rId20"/>
    <p:sldId id="262" r:id="rId19"/>
    <p:sldId id="263" r:id="rId18"/>
    <p:sldId id="264" r:id="rId17"/>
    <p:sldId id="265" r:id="rId16"/>
    <p:sldId id="266" r:id="rId15"/>
    <p:sldId id="267" r:id="rId14"/>
    <p:sldId id="268" r:id="rId13"/>
    <p:sldId id="269" r:id="rId12"/>
    <p:sldId id="270" r:id="rId11"/>
    <p:sldId id="271" r:id="rId10"/>
    <p:sldId id="272" r:id="rId9"/>
    <p:sldId id="273" r:id="rId46"/>
    <p:sldId id="274" r:id="rId47"/>
    <p:sldId id="275" r:id="rId48"/>
    <p:sldId id="276" r:id="rId49"/>
  </p:sldIdLst>
  <p:sldSz cx="9144000" cy="5143500" type="screen16x9"/>
  <p:notesSz cx="5143500" cy="9144000"/>
  <p:embeddedFontLst>
    <p:embeddedFont>
      <p:font typeface="DM Mono" panose="020B0509040201040103" pitchFamily="49" charset="0"/>
      <p:regular r:id="rId28"/>
      <p:italic r:id="rId29"/>
    </p:embeddedFont>
    <p:embeddedFont>
      <p:font typeface="Instrument Sans" pitchFamily="2" charset="0"/>
      <p:regular r:id="rId30"/>
      <p:bold r:id="rId31"/>
      <p:italic r:id="rId32"/>
      <p:boldItalic r:id="rId33"/>
    </p:embeddedFont>
    <p:embeddedFont>
      <p:font typeface="Reddit Sans" panose="020B0604020202020204" charset="0"/>
      <p:regular r:id="rId34"/>
      <p:bold r:id="rId35"/>
    </p:embeddedFont>
    <p:embeddedFont>
      <p:font typeface="Switzer" pitchFamily="50" charset="0"/>
      <p:regular r:id="rId36"/>
      <p:bold r:id="rId37"/>
      <p:italic r:id="rId38"/>
      <p:boldItalic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01A01 - Introdução" id="{C61BB227-9719-9441-87D0-C439F451E2A6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301"/>
            <p14:sldId id="303"/>
            <p14:sldId id="310"/>
            <p14:sldId id="304"/>
            <p14:sldId id="305"/>
            <p14:sldId id="307"/>
            <p14:sldId id="308"/>
            <p14:sldId id="309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46FF"/>
    <a:srgbClr val="27045D"/>
    <a:srgbClr val="FFD2B9"/>
    <a:srgbClr val="39A7FF"/>
    <a:srgbClr val="F0F0F0"/>
    <a:srgbClr val="CACACA"/>
    <a:srgbClr val="161616"/>
    <a:srgbClr val="59A5FF"/>
    <a:srgbClr val="3D3D3D"/>
    <a:srgbClr val="FAFF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155A6-37C4-475F-BF4F-CE30ED8EC210}" v="5" dt="2026-09-14T16:03:43.7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92" autoAdjust="0"/>
    <p:restoredTop sz="81101" autoAdjust="0"/>
  </p:normalViewPr>
  <p:slideViewPr>
    <p:cSldViewPr snapToGrid="0" snapToObjects="1">
      <p:cViewPr varScale="1">
        <p:scale>
          <a:sx n="100" d="100"/>
          <a:sy n="100" d="100"/>
        </p:scale>
        <p:origin x="827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4392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7.xml"/><Relationship Id="rId10" Type="http://schemas.openxmlformats.org/officeDocument/2006/relationships/slide" Target="slides/slide16.xml"/><Relationship Id="rId11" Type="http://schemas.openxmlformats.org/officeDocument/2006/relationships/slide" Target="slides/slide15.xml"/><Relationship Id="rId12" Type="http://schemas.openxmlformats.org/officeDocument/2006/relationships/slide" Target="slides/slide14.xml"/><Relationship Id="rId13" Type="http://schemas.openxmlformats.org/officeDocument/2006/relationships/slide" Target="slides/slide13.xml"/><Relationship Id="rId14" Type="http://schemas.openxmlformats.org/officeDocument/2006/relationships/slide" Target="slides/slide12.xml"/><Relationship Id="rId15" Type="http://schemas.openxmlformats.org/officeDocument/2006/relationships/slide" Target="slides/slide11.xml"/><Relationship Id="rId16" Type="http://schemas.openxmlformats.org/officeDocument/2006/relationships/slide" Target="slides/slide10.xml"/><Relationship Id="rId17" Type="http://schemas.openxmlformats.org/officeDocument/2006/relationships/slide" Target="slides/slide9.xml"/><Relationship Id="rId18" Type="http://schemas.openxmlformats.org/officeDocument/2006/relationships/slide" Target="slides/slide8.xml"/><Relationship Id="rId19" Type="http://schemas.openxmlformats.org/officeDocument/2006/relationships/slide" Target="slides/slide7.xml"/><Relationship Id="rId20" Type="http://schemas.openxmlformats.org/officeDocument/2006/relationships/slide" Target="slides/slide6.xml"/><Relationship Id="rId21" Type="http://schemas.openxmlformats.org/officeDocument/2006/relationships/slide" Target="slides/slide5.xml"/><Relationship Id="rId22" Type="http://schemas.openxmlformats.org/officeDocument/2006/relationships/slide" Target="slides/slide4.xml"/><Relationship Id="rId23" Type="http://schemas.openxmlformats.org/officeDocument/2006/relationships/slide" Target="slides/slide3.xml"/><Relationship Id="rId24" Type="http://schemas.openxmlformats.org/officeDocument/2006/relationships/slide" Target="slides/slide2.xml"/><Relationship Id="rId25" Type="http://schemas.openxmlformats.org/officeDocument/2006/relationships/slide" Target="slides/slide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39" Type="http://schemas.openxmlformats.org/officeDocument/2006/relationships/font" Target="fonts/font12.fntdata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Baltieri" userId="d56cfdb1-1911-441a-9a39-6bdee9a14174" providerId="ADAL" clId="{6CC4FD5A-235A-41EB-8E49-36EC616E2B74}"/>
    <pc:docChg chg="addSld modSld modSection">
      <pc:chgData name="André Baltieri" userId="d56cfdb1-1911-441a-9a39-6bdee9a14174" providerId="ADAL" clId="{6CC4FD5A-235A-41EB-8E49-36EC616E2B74}" dt="2026-09-14T16:03:43.708" v="5" actId="6549"/>
      <pc:docMkLst>
        <pc:docMk/>
      </pc:docMkLst>
      <pc:sldChg chg="modSp">
        <pc:chgData name="André Baltieri" userId="d56cfdb1-1911-441a-9a39-6bdee9a14174" providerId="ADAL" clId="{6CC4FD5A-235A-41EB-8E49-36EC616E2B74}" dt="2026-09-14T16:03:15.416" v="3" actId="20577"/>
        <pc:sldMkLst>
          <pc:docMk/>
          <pc:sldMk cId="2737947049" sldId="303"/>
        </pc:sldMkLst>
        <pc:spChg chg="mod">
          <ac:chgData name="André Baltieri" userId="d56cfdb1-1911-441a-9a39-6bdee9a14174" providerId="ADAL" clId="{6CC4FD5A-235A-41EB-8E49-36EC616E2B74}" dt="2026-09-14T16:03:15.416" v="3" actId="20577"/>
          <ac:spMkLst>
            <pc:docMk/>
            <pc:sldMk cId="2737947049" sldId="303"/>
            <ac:spMk id="3" creationId="{70AFECAB-BDD9-10E0-FC9C-68E3BD48E9A2}"/>
          </ac:spMkLst>
        </pc:spChg>
      </pc:sldChg>
      <pc:sldChg chg="modSp add">
        <pc:chgData name="André Baltieri" userId="d56cfdb1-1911-441a-9a39-6bdee9a14174" providerId="ADAL" clId="{6CC4FD5A-235A-41EB-8E49-36EC616E2B74}" dt="2026-09-14T16:03:43.708" v="5" actId="6549"/>
        <pc:sldMkLst>
          <pc:docMk/>
          <pc:sldMk cId="2811507622" sldId="310"/>
        </pc:sldMkLst>
        <pc:spChg chg="mod">
          <ac:chgData name="André Baltieri" userId="d56cfdb1-1911-441a-9a39-6bdee9a14174" providerId="ADAL" clId="{6CC4FD5A-235A-41EB-8E49-36EC616E2B74}" dt="2026-09-14T16:03:43.708" v="5" actId="6549"/>
          <ac:spMkLst>
            <pc:docMk/>
            <pc:sldMk cId="2811507622" sldId="310"/>
            <ac:spMk id="3" creationId="{1DD7B9D1-9AFB-E35B-2E8A-0D6032A7A4F4}"/>
          </ac:spMkLst>
        </pc:spChg>
      </pc:sldChg>
    </pc:docChg>
  </pc:docChgLst>
  <pc:docChgLst>
    <pc:chgData name="André Baltieri" userId="d56cfdb1-1911-441a-9a39-6bdee9a14174" providerId="ADAL" clId="{5E74C60B-8D28-545C-83A6-F815D67411C5}"/>
    <pc:docChg chg="undo custSel addSld delSld modSld sldOrd modSection">
      <pc:chgData name="André Baltieri" userId="d56cfdb1-1911-441a-9a39-6bdee9a14174" providerId="ADAL" clId="{5E74C60B-8D28-545C-83A6-F815D67411C5}" dt="2026-08-28T14:51:54.359" v="397" actId="1076"/>
      <pc:docMkLst>
        <pc:docMk/>
      </pc:docMkLst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0A82914-3C21-457B-8EC4-60B47C635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>
              <a:latin typeface="Switzer" pitchFamily="50" charset="0"/>
            </a:endParaRP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10851C-0CE8-4083-AE2C-5EB59DD4B1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6EFE8-873F-463B-9E67-0D3C20945C08}" type="datetimeFigureOut">
              <a:rPr lang="pt-BR" smtClean="0">
                <a:latin typeface="Switzer" pitchFamily="50" charset="0"/>
              </a:rPr>
              <a:t>14/09/2026</a:t>
            </a:fld>
            <a:endParaRPr lang="pt-BR" dirty="0">
              <a:latin typeface="Switzer" pitchFamily="50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AF7A61-05CD-4EFB-9FC6-2348A34F69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>
              <a:latin typeface="Switzer" pitchFamily="50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1796A1-6B8A-4812-8EFE-71D0B2A3BB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33E39-59C6-41B7-B6CF-0B5FFCE814F1}" type="slidenum">
              <a:rPr lang="pt-BR" smtClean="0">
                <a:latin typeface="Switzer" pitchFamily="50" charset="0"/>
              </a:rPr>
              <a:t>‹nº›</a:t>
            </a:fld>
            <a:endParaRPr lang="pt-BR" dirty="0">
              <a:latin typeface="Switz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44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16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Fala pessoal, tudo bem?</a:t>
            </a:r>
          </a:p>
          <a:p>
            <a:r>
              <a:t>Nessa aula eu quero te mostrar como fazer toda a sua API responder erro do mesmo jeito.</a:t>
            </a:r>
          </a:p>
          <a:p>
            <a:r>
              <a:t>Previsível, seguro e documentado, usando a RFC 9457 e o ProblemDetails nativo do ASP.NET Core.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Antes de falar de padrão, olha esse endpoint.</a:t>
            </a:r>
          </a:p>
          <a:p>
            <a:r>
              <a:t>Tem pelo menos cinco problemas aqui.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Primeiro, três formatos diferentes de erro. O front precisa de um if pra cada um.</a:t>
            </a:r>
          </a:p>
          <a:p>
            <a:r>
              <a:t>Segundo, vazamento. A mensagem de uma exceção do banco pode trazer nome de tabela, host e até pedaço da connection string.</a:t>
            </a:r>
          </a:p>
          <a:p>
            <a:r>
              <a:t>Terceiro, status errado. Já cancelado não é Bad Request, é conflito com o estado do recurso.</a:t>
            </a:r>
          </a:p>
          <a:p>
            <a:r>
              <a:t>Quarto, o cliente decide comparando texto. Corrigiu um acento, quebrou a integração.</a:t>
            </a:r>
          </a:p>
          <a:p>
            <a:r>
              <a:t>E quinto, try catch espalhado. Esqueceu em um endpoint, o comportamento muda.</a:t>
            </a:r>
          </a:p>
          <a:p>
            <a:r>
              <a:t>Vamos resolver os cinco de uma vez.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A RFC 9457 define o formato Problem Details for HTTP APIs. Ela substitui a 7807, e o formato continua o mesmo.</a:t>
            </a:r>
          </a:p>
          <a:p>
            <a:r>
              <a:t>A ideia é simples: todo erro vira um documento com campos conhecidos, servido como application problem mais json.</a:t>
            </a:r>
          </a:p>
          <a:p>
            <a:r>
              <a:t>E guarda essa regra: type e title descrevem a classe do erro. Detail e instance descrevem essa vez que ele aconteceu.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Olha um exemplo.</a:t>
            </a:r>
          </a:p>
          <a:p>
            <a:r>
              <a:t>O type é o identificador principal. É olhando pra ele que o cliente decide o que fazer.</a:t>
            </a:r>
          </a:p>
          <a:p>
            <a:r>
              <a:t>O detail é pra humano. O cliente nunca deve fazer parse dele.</a:t>
            </a:r>
          </a:p>
          <a:p>
            <a:r>
              <a:t>E embaixo vêm as extensões. Code, disponível e traceId são campos nossos.</a:t>
            </a:r>
          </a:p>
          <a:p>
            <a:r>
              <a:t>Se o front precisa saber quantas unidades tem, ele lê disponível igual a 2. Não extrai o número de uma frase.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E a boa notícia é que o ASP.NET Core já faz boa parte disso sozinho.</a:t>
            </a:r>
          </a:p>
          <a:p>
            <a:r>
              <a:t>São três peças.</a:t>
            </a:r>
          </a:p>
          <a:p>
            <a:r>
              <a:t>AddProblemDetails registra o serviço que escreve respostas nesse formato.</a:t>
            </a:r>
          </a:p>
          <a:p>
            <a:r>
              <a:t>UseExceptionHandler captura qualquer exceção não tratada e devolve um 500.</a:t>
            </a:r>
          </a:p>
          <a:p>
            <a:r>
              <a:t>E UseStatusCodePages dá corpo pra erro que saiu vazio, como uma rota que não existe.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Olha só.</a:t>
            </a:r>
          </a:p>
          <a:p>
            <a:r>
              <a:t>Eu criei um endpoint que lança uma exceção com uma senha na mensagem.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Rodando em Production, essa é a resposta.</a:t>
            </a:r>
          </a:p>
          <a:p>
            <a:r>
              <a:t>A senha não aparece. O stack trace não aparece.</a:t>
            </a:r>
          </a:p>
          <a:p>
            <a:r>
              <a:t>Com meia dúzia de linhas, o vazamento e o formato do erro inesperado estão resolvidos.</a:t>
            </a:r>
          </a:p>
          <a:p>
            <a:r>
              <a:t>Só um cuidado: em Development o ASP.NET mostra a página de exceção. Então teste o comportamento de erro sempre em Production.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Agora a distinção mais importante da aula.</a:t>
            </a:r>
          </a:p>
          <a:p>
            <a:r>
              <a:t>Erro esperado faz parte do negócio. Pedido não encontrado, pedido já cancelado, estoque insuficiente.</a:t>
            </a:r>
          </a:p>
          <a:p>
            <a:r>
              <a:t>O cliente consegue fazer algo com ele, então ele viaja como valor, num Resultado de T.</a:t>
            </a:r>
          </a:p>
          <a:p>
            <a:r>
              <a:t>Erro inesperado é falha. Banco fora do ar, NullReference, timeout.</a:t>
            </a:r>
          </a:p>
          <a:p>
            <a:r>
              <a:t>Esse vira exceção, e o cliente recebe um 500 genérico.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Pra modelar o erro esperado, um record simples.</a:t>
            </a:r>
          </a:p>
          <a:p>
            <a:r>
              <a:t>Código é o identificador estável, em kebab case.</a:t>
            </a:r>
          </a:p>
          <a:p>
            <a:r>
              <a:t>Título é fixo pro código. Detalhe é o texto dessa ocorrência.</a:t>
            </a:r>
          </a:p>
          <a:p>
            <a:r>
              <a:t>Metadados são os dados estruturados que o cliente usa.</a:t>
            </a:r>
          </a:p>
          <a:p>
            <a:r>
              <a:t>E repara no TipoErro. É ele que vai decidir o status, mas o domínio não conhece HTTP.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E em vez de espalhar new Erro pelo código, eu centralizo tudo num catálogo.</a:t>
            </a:r>
          </a:p>
          <a:p>
            <a:r>
              <a:t>Existe um lugar pra ver todos os erros que o módulo pode produzir.</a:t>
            </a:r>
          </a:p>
          <a:p>
            <a:r>
              <a:t>Na entidade, fica só return ErrosDePedido.JaCancelado. Nada de throw.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Agora a ponte entre domínio e HTTP. Ela mora num arquivo só.</a:t>
            </a:r>
          </a:p>
          <a:p>
            <a:r>
              <a:t>Validação vira 400, não encontrado 404, conflito 409 e regra de negócio 422.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O mapeamento é um switch.</a:t>
            </a:r>
          </a:p>
          <a:p>
            <a:r>
              <a:t>Se amanhã regra de negócio passar a ser 400, você muda uma linha.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E aqui o Erro vira ProblemDetails.</a:t>
            </a:r>
          </a:p>
          <a:p>
            <a:r>
              <a:t>O type é a URI base mais o código. O code vai como extensão, junto com os metadados.</a:t>
            </a:r>
          </a:p>
          <a:p>
            <a:r>
              <a:t>E o TypedResults.Problem escreve usando o mesmo serviço do AddProblemDetails.</a:t>
            </a:r>
          </a:p>
          <a:p>
            <a:r>
              <a:t>Ou seja, erro de domínio e exceção passam pelo mesmo pipeline.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E o endpoint fica assim.</a:t>
            </a:r>
          </a:p>
          <a:p>
            <a:r>
              <a:t>Chama o serviço. Se falhou, devolve ParaProblema. Se deu certo, devolve o sucesso.</a:t>
            </a:r>
          </a:p>
          <a:p>
            <a:r>
              <a:t>Nenhum try catch, nenhum status escolhido na mão.</a:t>
            </a:r>
          </a:p>
          <a:p>
            <a:r>
              <a:t>E o ProducesProblem já documenta esses erros no OpenAPI.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E o inesperado? Cai num handler global, implementando IExceptionHandler.</a:t>
            </a:r>
          </a:p>
          <a:p>
            <a:r>
              <a:t>A regra principal: o detail é fixo. Nunca use exception ponto Message. A mensagem é do log, não do cliente.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Olha o método do handler.</a:t>
            </a:r>
          </a:p>
          <a:p>
            <a:r>
              <a:t>Primeiro loga a exceção inteira.</a:t>
            </a:r>
          </a:p>
          <a:p>
            <a:r>
              <a:t>Depois escreve um 500 com title e detail fixos.</a:t>
            </a:r>
          </a:p>
          <a:p>
            <a:r>
              <a:t>Um detalhe do .NET 10: quando o handler retorna true, o middleware não loga mais sozinho. Por isso o log explícito aqui é importante.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E como todo erro passa pelo mesmo serviço, dá pra aplicar as regras do contrato num lugar só.</a:t>
            </a:r>
          </a:p>
          <a:p>
            <a:r>
              <a:t>Aqui eu garanto instance e traceId em toda resposta de erro.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Com isso dá pra escrever as regras do contrato na documentação da API.</a:t>
            </a:r>
          </a:p>
          <a:p>
            <a:r>
              <a:t>Todo erro é problem mais json.</a:t>
            </a:r>
          </a:p>
          <a:p>
            <a:r>
              <a:t>Type e code nunca mudam. Se o significado mudar, crie um tipo novo.</a:t>
            </a:r>
          </a:p>
          <a:p>
            <a:r>
              <a:t>Title é fixo, detail é pra humano.</a:t>
            </a:r>
          </a:p>
          <a:p>
            <a:r>
              <a:t>Dado que o cliente usa vira extensão estruturada.</a:t>
            </a:r>
          </a:p>
          <a:p>
            <a:r>
              <a:t>E a evolução é só aditiva. Adicionar extensão é seguro. Renomear ou remover quebra cliente.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E contrato que não é testado não é contrato, é intenção.</a:t>
            </a:r>
          </a:p>
          <a:p>
            <a:r>
              <a:t>Esse teste troca o repositório por um que lança exceção com uma senha na mensagem.</a:t>
            </a:r>
          </a:p>
          <a:p>
            <a:r>
              <a:t>E garante que nada disso chega no corpo da resposta.</a:t>
            </a:r>
          </a:p>
          <a:p>
            <a:r>
              <a:t>Se alguém um dia colocar exception ponto Message no detail, esse teste quebra.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Resumindo.</a:t>
            </a:r>
          </a:p>
          <a:p>
            <a:r>
              <a:t>A RFC 9457 padroniza o formato. O ASP.NET Core entrega isso nativo.</a:t>
            </a:r>
          </a:p>
          <a:p>
            <a:r>
              <a:t>Erro esperado é valor, erro inesperado é exceção.</a:t>
            </a:r>
          </a:p>
          <a:p>
            <a:r>
              <a:t>O status é decidido num lugar só, e o handler global nunca vaza nada.</a:t>
            </a:r>
          </a:p>
          <a:p>
            <a:r>
              <a:t>E os testes em Production garantem que ninguém volta a vazar exceção.</a:t>
            </a:r>
          </a:p>
          <a:p>
            <a:r>
              <a:t>Valeu, e até a próxima.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2.png"/><Relationship Id="rId6" Type="http://schemas.openxmlformats.org/officeDocument/2006/relationships/image" Target="../media/image1.jpg"/><Relationship Id="rId7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1.jpg"/><Relationship Id="rId7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16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1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6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6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30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2.png"/><Relationship Id="rId6" Type="http://schemas.openxmlformats.org/officeDocument/2006/relationships/image" Target="../media/image24.jpg"/><Relationship Id="rId7" Type="http://schemas.openxmlformats.org/officeDocument/2006/relationships/image" Target="../media/image5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4.jpg"/><Relationship Id="rId5" Type="http://schemas.openxmlformats.org/officeDocument/2006/relationships/image" Target="../media/image31.jp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jpe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16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16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Relationship Id="rId3" Type="http://schemas.openxmlformats.org/officeDocument/2006/relationships/image" Target="../media/image1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Relationship Id="rId3" Type="http://schemas.openxmlformats.org/officeDocument/2006/relationships/image" Target="../media/image16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Relationship Id="rId3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Relationship Id="rId3" Type="http://schemas.openxmlformats.org/officeDocument/2006/relationships/image" Target="../media/image16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Relationship Id="rId3" Type="http://schemas.openxmlformats.org/officeDocument/2006/relationships/image" Target="../media/image16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Relationship Id="rId3" Type="http://schemas.openxmlformats.org/officeDocument/2006/relationships/image" Target="../media/image16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36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7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7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38.jp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1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40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40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4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40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1.png"/><Relationship Id="rId4" Type="http://schemas.openxmlformats.org/officeDocument/2006/relationships/image" Target="../media/image24.jp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5.jpeg"/><Relationship Id="rId3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2.png"/><Relationship Id="rId3" Type="http://schemas.openxmlformats.org/officeDocument/2006/relationships/image" Target="../media/image6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3.png"/><Relationship Id="rId3" Type="http://schemas.openxmlformats.org/officeDocument/2006/relationships/image" Target="../media/image6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42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Relationship Id="rId3" Type="http://schemas.openxmlformats.org/officeDocument/2006/relationships/image" Target="../media/image44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5.png"/><Relationship Id="rId3" Type="http://schemas.openxmlformats.org/officeDocument/2006/relationships/image" Target="../media/image6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5.png"/><Relationship Id="rId3" Type="http://schemas.openxmlformats.org/officeDocument/2006/relationships/image" Target="../media/image6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30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38.jpg"/><Relationship Id="rId5" Type="http://schemas.openxmlformats.org/officeDocument/2006/relationships/image" Target="../media/image2.png"/><Relationship Id="rId6" Type="http://schemas.openxmlformats.org/officeDocument/2006/relationships/image" Target="../media/image41.png"/><Relationship Id="rId7" Type="http://schemas.openxmlformats.org/officeDocument/2006/relationships/image" Target="../media/image24.jp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46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6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6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4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6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F883-ACE4-162B-7F79-DF81B6D64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A37675-D227-3F7F-B2B8-B32C0BC1A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775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00C6F0B3-5938-3505-F102-5E98804A77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75096" y="1"/>
            <a:ext cx="3317668" cy="5143498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68856A14-F2B9-B7A0-01D1-318A533E76EE}"/>
              </a:ext>
            </a:extLst>
          </p:cNvPr>
          <p:cNvSpPr/>
          <p:nvPr userDrawn="1"/>
        </p:nvSpPr>
        <p:spPr>
          <a:xfrm>
            <a:off x="3238500" y="0"/>
            <a:ext cx="590550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 dirty="0">
              <a:solidFill>
                <a:srgbClr val="CACACA"/>
              </a:solidFill>
              <a:latin typeface="Switzer" pitchFamily="50" charset="0"/>
            </a:endParaRPr>
          </a:p>
        </p:txBody>
      </p:sp>
      <p:pic>
        <p:nvPicPr>
          <p:cNvPr id="17" name="Image 10" descr="preencoded.png">
            <a:extLst>
              <a:ext uri="{FF2B5EF4-FFF2-40B4-BE49-F238E27FC236}">
                <a16:creationId xmlns:a16="http://schemas.microsoft.com/office/drawing/2014/main" id="{6DA5AA13-2B57-0D20-D3A1-145DAF16F9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758C0163-8743-9E58-8BF7-889FE882271B}"/>
              </a:ext>
            </a:extLst>
          </p:cNvPr>
          <p:cNvSpPr/>
          <p:nvPr userDrawn="1"/>
        </p:nvSpPr>
        <p:spPr>
          <a:xfrm>
            <a:off x="476250" y="1624013"/>
            <a:ext cx="4395788" cy="1895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6EFA3461-B667-4002-A0B7-8D07F4CEDA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7628" y="1650206"/>
            <a:ext cx="4545777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8F397A-A6BC-44C7-843E-510DBC422F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6660" y="4287838"/>
            <a:ext cx="104465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161616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balta.io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050127-EB54-A39B-79FD-C558F535A4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736661" y="435685"/>
            <a:ext cx="1021182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6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imples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C745407D-3246-4352-B171-6EEC95FDC7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24375" y="0"/>
            <a:ext cx="4619625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D873A800-B207-C39F-2028-E7461C1EAC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484791" y="0"/>
            <a:ext cx="4659208" cy="5143499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CBADF311-5970-EF41-EFC9-7938D08D479A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5F05748F-9677-413E-E4D5-FCE083F6EA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C252A1A0-5105-4928-9990-10851F8745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049" y="4283673"/>
            <a:ext cx="91440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CACACA"/>
                </a:solidFill>
              </a:defRPr>
            </a:lvl1pPr>
          </a:lstStyle>
          <a:p>
            <a:pPr lvl="0"/>
            <a:r>
              <a:rPr lang="pt-BR">
                <a:effectLst/>
              </a:rPr>
              <a:t>Janeiro, 2026</a:t>
            </a:r>
            <a:br>
              <a:rPr lang="pt-BR"/>
            </a:br>
            <a:r>
              <a:rPr lang="pt-BR">
                <a:effectLst/>
              </a:rPr>
              <a:t>explanna.com</a:t>
            </a:r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D8D5C4F-C14D-6E15-4B7D-0BD2B073E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14050" y="435685"/>
            <a:ext cx="1021182" cy="189153"/>
          </a:xfrm>
          <a:prstGeom prst="rect">
            <a:avLst/>
          </a:prstGeom>
        </p:spPr>
      </p:pic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DCE6DE0D-B948-31B9-A08F-17D795CB6E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050" y="1650206"/>
            <a:ext cx="3703455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/>
              <a:t>TÍTULO PURO COM UMA FRASE GRANDE</a:t>
            </a:r>
          </a:p>
        </p:txBody>
      </p:sp>
    </p:spTree>
    <p:extLst>
      <p:ext uri="{BB962C8B-B14F-4D97-AF65-F5344CB8AC3E}">
        <p14:creationId xmlns:p14="http://schemas.microsoft.com/office/powerpoint/2010/main" val="272374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complex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558819-09E2-D859-0E35-7C02F495B182}"/>
              </a:ext>
            </a:extLst>
          </p:cNvPr>
          <p:cNvSpPr/>
          <p:nvPr userDrawn="1"/>
        </p:nvSpPr>
        <p:spPr>
          <a:xfrm>
            <a:off x="4524375" y="0"/>
            <a:ext cx="4631928" cy="3991175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3D3D3D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24D120-0006-A86D-41A3-164FBFFD3ACB}"/>
              </a:ext>
            </a:extLst>
          </p:cNvPr>
          <p:cNvSpPr/>
          <p:nvPr userDrawn="1"/>
        </p:nvSpPr>
        <p:spPr>
          <a:xfrm>
            <a:off x="4524375" y="3991177"/>
            <a:ext cx="4631928" cy="1152323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9311555-94DD-4916-ADF3-AF4F4AE37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24372" y="0"/>
            <a:ext cx="4619625" cy="3991177"/>
          </a:xfrm>
          <a:prstGeom prst="rect">
            <a:avLst/>
          </a:prstGeom>
          <a:solidFill>
            <a:srgbClr val="FFD2B9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73AD6D20-5787-7AB0-7039-D38419785707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D35F7C1-C3AC-44E2-93FE-355FBF9D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812" y="2816226"/>
            <a:ext cx="3453019" cy="868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rgbClr val="7746FF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LOREM IPSUM DOLOR SIT AMET, CONSECTETUR ADIPISCING ELIT.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77231C13-866D-4988-87E4-DC9BF4BEF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813" y="4240213"/>
            <a:ext cx="1311275" cy="5699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3D3D3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explanna.com</a:t>
            </a:r>
            <a:endParaRPr lang="pt-BR" dirty="0"/>
          </a:p>
        </p:txBody>
      </p:sp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5861B274-4180-76F6-C839-1D2C20163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814" y="738827"/>
            <a:ext cx="3453020" cy="15218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strike="noStrike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96E21E-FCC4-6629-78B6-B190FC1CF7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8002" y="4472761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3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ítulo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99C6EE15-6EE5-3AE2-E89F-0D784FED2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380526E9-DCFB-ED64-A9C0-8175E92C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49580" y="152400"/>
            <a:ext cx="163154" cy="188451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211AA16-46D8-C476-9652-0425DF96B3C0}"/>
              </a:ext>
            </a:extLst>
          </p:cNvPr>
          <p:cNvSpPr/>
          <p:nvPr userDrawn="1"/>
        </p:nvSpPr>
        <p:spPr>
          <a:xfrm>
            <a:off x="3238500" y="2295525"/>
            <a:ext cx="31623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CFF1B8-9507-4011-9D70-556989210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650" y="2295525"/>
            <a:ext cx="5136084" cy="547688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 PÁGINA</a:t>
            </a:r>
          </a:p>
        </p:txBody>
      </p:sp>
      <p:sp>
        <p:nvSpPr>
          <p:cNvPr id="13" name="Espaço Reservado para Texto 3">
            <a:extLst>
              <a:ext uri="{FF2B5EF4-FFF2-40B4-BE49-F238E27FC236}">
                <a16:creationId xmlns:a16="http://schemas.microsoft.com/office/drawing/2014/main" id="{3EC6AB6D-B2C1-4485-9FAE-D2C9B0F34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7746FF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9F83F3E2-9828-C8CE-54AF-B4F5385F18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7746FF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FD4AC42-0DF5-80EF-A919-8778FF40F0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flipH="1">
            <a:off x="0" y="-2381"/>
            <a:ext cx="29813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5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992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noFill/>
              </a:ln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91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9916" y="283109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3555FD-ED80-E537-DA82-DCDD6A03E2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6392" y="338338"/>
            <a:ext cx="4212687" cy="4806317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9580" y="152400"/>
            <a:ext cx="163154" cy="188451"/>
          </a:xfrm>
          <a:prstGeom prst="rect">
            <a:avLst/>
          </a:prstGeom>
        </p:spPr>
      </p:pic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1B648298-39E4-EBBE-65C4-500B9895D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650" y="1714501"/>
            <a:ext cx="2459038" cy="1493838"/>
          </a:xfrm>
          <a:prstGeom prst="rect">
            <a:avLst/>
          </a:prstGeom>
        </p:spPr>
        <p:txBody>
          <a:bodyPr/>
          <a:lstStyle>
            <a:lvl1pPr algn="ctr">
              <a:buNone/>
              <a:defRPr sz="13800" b="1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7343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bertura detalhada (título + subtítulo + nume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8C5E4827-D307-8F0F-8D87-B508703C06A6}"/>
              </a:ext>
            </a:extLst>
          </p:cNvPr>
          <p:cNvSpPr>
            <a:spLocks/>
          </p:cNvSpPr>
          <p:nvPr userDrawn="1"/>
        </p:nvSpPr>
        <p:spPr>
          <a:xfrm>
            <a:off x="-6947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66F9B40-1BF1-7AAA-FE76-E1F8CB379A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6930" y="0"/>
            <a:ext cx="5650140" cy="5143499"/>
          </a:xfrm>
          <a:prstGeom prst="rect">
            <a:avLst/>
          </a:prstGeom>
        </p:spPr>
      </p:pic>
      <p:pic>
        <p:nvPicPr>
          <p:cNvPr id="14" name="Image 2">
            <a:extLst>
              <a:ext uri="{FF2B5EF4-FFF2-40B4-BE49-F238E27FC236}">
                <a16:creationId xmlns:a16="http://schemas.microsoft.com/office/drawing/2014/main" id="{6E84C666-1882-E570-4F34-BE827462D5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4" y="152400"/>
            <a:ext cx="163154" cy="188451"/>
          </a:xfrm>
          <a:prstGeom prst="rect">
            <a:avLst/>
          </a:prstGeom>
        </p:spPr>
      </p:pic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B6166A3F-8F9E-44EF-96FF-93D956047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3049" y="151939"/>
            <a:ext cx="1744919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0C73AE66-6A5D-4784-90B5-D4534455A3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365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10F8CF-37B4-67B2-1F7A-90B195DC2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1365" y="21796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7B8937A2-F71D-8B9F-7A40-3545235B65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1365" y="3002540"/>
            <a:ext cx="3413689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BF451D-05D2-0FEA-E1DC-DDDB3ADE6E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8450" y="1697841"/>
            <a:ext cx="3406604" cy="3377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37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10">
            <a:extLst>
              <a:ext uri="{FF2B5EF4-FFF2-40B4-BE49-F238E27FC236}">
                <a16:creationId xmlns:a16="http://schemas.microsoft.com/office/drawing/2014/main" id="{7834807C-8A9E-CA69-6BE1-34B2DA72DC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5676901" y="0"/>
            <a:ext cx="3467690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6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39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67366" y="283744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03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3555FD-ED80-E537-DA82-DCDD6A03E2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6391" y="475096"/>
            <a:ext cx="4098386" cy="4675909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9580" y="152400"/>
            <a:ext cx="163154" cy="188451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C7515A-E8FA-3667-A073-22F2B18FA2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67366" y="1651263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772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9D4A3A0E-753A-06BB-011E-99BB0ADB6783}"/>
              </a:ext>
            </a:extLst>
          </p:cNvPr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noFill/>
              </a:ln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97A1E3-3902-DCD9-46DB-D56289042F64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777623" y="0"/>
            <a:ext cx="5650140" cy="5143500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5CEEFC38-932A-E680-EE67-257B0D980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DE2788D-0368-4160-7773-F3F019CAD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914400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E86B5EB2-B2FC-419C-A833-1FD4913F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85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21" name="Espaço Reservado para Texto 11">
            <a:extLst>
              <a:ext uri="{FF2B5EF4-FFF2-40B4-BE49-F238E27FC236}">
                <a16:creationId xmlns:a16="http://schemas.microsoft.com/office/drawing/2014/main" id="{717C13EE-9149-4B12-8B60-07A33D682D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8BC669B0-26B4-467E-BCCA-20D10B672F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9" name="Espaço Reservado para Texto 3">
            <a:extLst>
              <a:ext uri="{FF2B5EF4-FFF2-40B4-BE49-F238E27FC236}">
                <a16:creationId xmlns:a16="http://schemas.microsoft.com/office/drawing/2014/main" id="{76EC200F-AF4F-49F2-86E2-AE43A1919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329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2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E0E807AC-BE46-9CFD-6690-52CF02CD2DC2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  <a:latin typeface="Switzer" pitchFamily="50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7D6C4A3-7CEF-30AE-9ACE-028E083D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87526" y="15764"/>
            <a:ext cx="5616574" cy="5112943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2321B311-C74F-D4BC-B78F-23050E42A91A}"/>
              </a:ext>
            </a:extLst>
          </p:cNvPr>
          <p:cNvSpPr/>
          <p:nvPr userDrawn="1"/>
        </p:nvSpPr>
        <p:spPr>
          <a:xfrm>
            <a:off x="523875" y="1547813"/>
            <a:ext cx="4070350" cy="3119438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E78619A9-F2A0-6904-5EC7-76A72726A562}"/>
              </a:ext>
            </a:extLst>
          </p:cNvPr>
          <p:cNvSpPr/>
          <p:nvPr userDrawn="1"/>
        </p:nvSpPr>
        <p:spPr>
          <a:xfrm>
            <a:off x="4594225" y="1547813"/>
            <a:ext cx="4073525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solidFill>
                <a:srgbClr val="7746FF"/>
              </a:solidFill>
              <a:latin typeface="Switzer" pitchFamily="50" charset="0"/>
            </a:endParaRPr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81804597-F7C8-12ED-B078-4312570A49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035D7980-4DFE-0503-DAFC-87F22EFC5CAA}"/>
              </a:ext>
            </a:extLst>
          </p:cNvPr>
          <p:cNvSpPr/>
          <p:nvPr userDrawn="1"/>
        </p:nvSpPr>
        <p:spPr>
          <a:xfrm>
            <a:off x="5967412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3F47153-4A48-2CD1-A55B-698B1EE8406B}"/>
              </a:ext>
            </a:extLst>
          </p:cNvPr>
          <p:cNvSpPr/>
          <p:nvPr userDrawn="1"/>
        </p:nvSpPr>
        <p:spPr>
          <a:xfrm>
            <a:off x="5836920" y="3889193"/>
            <a:ext cx="2592705" cy="538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1" indent="0" algn="r">
              <a:lnSpc>
                <a:spcPct val="120000"/>
              </a:lnSpc>
              <a:buNone/>
            </a:pPr>
            <a:endParaRPr lang="en-US" sz="5880" b="1">
              <a:solidFill>
                <a:srgbClr val="161616">
                  <a:alpha val="99000"/>
                </a:srgbClr>
              </a:solidFill>
              <a:latin typeface="Reddit Sans" pitchFamily="2" charset="0"/>
              <a:ea typeface="Reddit Sans" pitchFamily="2" charset="0"/>
              <a:cs typeface="Reddit Sans Condensed" pitchFamily="34" charset="-12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60925FC-2A44-E4DA-7ABB-ABDD404A16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568E0702-17F8-415F-96A9-6BF354A95C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899" y="3958751"/>
            <a:ext cx="3552825" cy="4492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C28C734F-E2C6-4C08-A957-4D3869C539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9771" y="3650533"/>
            <a:ext cx="2574607" cy="668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5" name="Espaço Reservado para Texto 11">
            <a:extLst>
              <a:ext uri="{FF2B5EF4-FFF2-40B4-BE49-F238E27FC236}">
                <a16:creationId xmlns:a16="http://schemas.microsoft.com/office/drawing/2014/main" id="{687F4F63-8BD6-44AF-839A-E2353886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4375" y="1918019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FAA5A924-C1E0-4FD9-82A3-1A1885A4EE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5011" y="1886098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EE992B8B-558A-4E64-AD70-85A12DF5AD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19AA38E9-E04B-4A86-84F3-6F71197B18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50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3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E257053-5179-E399-1A7D-1FDA10BE612E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77319F-1566-BC50-A3E9-5F3900267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50259" y="-6241"/>
            <a:ext cx="5656996" cy="5149741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A8F7CEDB-73C2-7A1B-F931-5543D61B7408}"/>
              </a:ext>
            </a:extLst>
          </p:cNvPr>
          <p:cNvSpPr/>
          <p:nvPr userDrawn="1"/>
        </p:nvSpPr>
        <p:spPr>
          <a:xfrm>
            <a:off x="6064023" y="1547813"/>
            <a:ext cx="2667000" cy="3119438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9DA98C9C-B140-87AC-FB15-21E3FC80D814}"/>
              </a:ext>
            </a:extLst>
          </p:cNvPr>
          <p:cNvSpPr/>
          <p:nvPr userDrawn="1"/>
        </p:nvSpPr>
        <p:spPr>
          <a:xfrm>
            <a:off x="476250" y="1547813"/>
            <a:ext cx="2667000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82903640-FDE8-E0AC-8675-2A3C16215F42}"/>
              </a:ext>
            </a:extLst>
          </p:cNvPr>
          <p:cNvSpPr/>
          <p:nvPr userDrawn="1"/>
        </p:nvSpPr>
        <p:spPr>
          <a:xfrm>
            <a:off x="3238500" y="1547813"/>
            <a:ext cx="2667000" cy="3119438"/>
          </a:xfrm>
          <a:prstGeom prst="rect">
            <a:avLst/>
          </a:prstGeom>
          <a:solidFill>
            <a:srgbClr val="59A5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610537-95DD-070D-6155-0D5C17FF3E9F}"/>
              </a:ext>
            </a:extLst>
          </p:cNvPr>
          <p:cNvSpPr/>
          <p:nvPr userDrawn="1"/>
        </p:nvSpPr>
        <p:spPr>
          <a:xfrm>
            <a:off x="6000750" y="1547813"/>
            <a:ext cx="2667000" cy="3119438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7B2A3FDF-6C59-77FE-4C15-300929724C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FC98BA48-6485-0277-935F-438F940CE733}"/>
              </a:ext>
            </a:extLst>
          </p:cNvPr>
          <p:cNvSpPr/>
          <p:nvPr userDrawn="1"/>
        </p:nvSpPr>
        <p:spPr>
          <a:xfrm>
            <a:off x="347662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FBAB12A-7441-F310-AC3B-884B366A9AE5}"/>
              </a:ext>
            </a:extLst>
          </p:cNvPr>
          <p:cNvSpPr/>
          <p:nvPr userDrawn="1"/>
        </p:nvSpPr>
        <p:spPr>
          <a:xfrm>
            <a:off x="71437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1D1A81B-9E42-747F-6B56-AE0B89A3B4E3}"/>
              </a:ext>
            </a:extLst>
          </p:cNvPr>
          <p:cNvSpPr/>
          <p:nvPr userDrawn="1"/>
        </p:nvSpPr>
        <p:spPr>
          <a:xfrm>
            <a:off x="714375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5860CE-51C3-77DF-9103-95F35010A5DF}"/>
              </a:ext>
            </a:extLst>
          </p:cNvPr>
          <p:cNvSpPr/>
          <p:nvPr userDrawn="1"/>
        </p:nvSpPr>
        <p:spPr>
          <a:xfrm>
            <a:off x="6238875" y="3690937"/>
            <a:ext cx="1147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1875">
              <a:latin typeface="Switzer" pitchFamily="50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5C642F0B-3789-4694-5EAA-598877E3D3B6}"/>
              </a:ext>
            </a:extLst>
          </p:cNvPr>
          <p:cNvSpPr/>
          <p:nvPr userDrawn="1"/>
        </p:nvSpPr>
        <p:spPr>
          <a:xfrm>
            <a:off x="6238875" y="4024313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E3B6B224-3CD0-4371-8025-7C946032B1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500" y="3690938"/>
            <a:ext cx="2529364" cy="7775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4" name="Espaço Reservado para Texto 12">
            <a:extLst>
              <a:ext uri="{FF2B5EF4-FFF2-40B4-BE49-F238E27FC236}">
                <a16:creationId xmlns:a16="http://schemas.microsoft.com/office/drawing/2014/main" id="{CFE7973D-914D-4938-AA04-F370B58503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4370" y="4044960"/>
            <a:ext cx="2216142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5" name="Espaço Reservado para Texto 12">
            <a:extLst>
              <a:ext uri="{FF2B5EF4-FFF2-40B4-BE49-F238E27FC236}">
                <a16:creationId xmlns:a16="http://schemas.microsoft.com/office/drawing/2014/main" id="{A3D42FA1-D276-49D7-A857-7DBFDC5113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2890" y="3287847"/>
            <a:ext cx="2238374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C54C7329-C8F5-462D-AAD9-E4408B887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370" y="1809197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77757470-CF44-494A-9142-C99996B8B00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3287" y="1822502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78592258-807A-4867-8FAC-05095DB1A1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61652" y="3888913"/>
            <a:ext cx="2167973" cy="5795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57661382-54CC-4997-BB39-5134EF979F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E0B9623E-8EFB-4748-A08D-871F51A024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A52A154-A2CC-98BC-7457-AE6C9BD6C4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6393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4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7E632CDA-EEFD-9365-F8FE-F16F3C71CEDA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6012F2-F541-8460-9908-B772C09787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7869" y="1711"/>
            <a:ext cx="5648261" cy="5141789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FE04395E-2C5D-58C6-D338-E9E953965A7A}"/>
              </a:ext>
            </a:extLst>
          </p:cNvPr>
          <p:cNvSpPr/>
          <p:nvPr userDrawn="1"/>
        </p:nvSpPr>
        <p:spPr>
          <a:xfrm>
            <a:off x="476250" y="1547813"/>
            <a:ext cx="1976438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C2766F6-9328-F00B-5D1D-2655D14A8E8D}"/>
              </a:ext>
            </a:extLst>
          </p:cNvPr>
          <p:cNvSpPr/>
          <p:nvPr userDrawn="1"/>
        </p:nvSpPr>
        <p:spPr>
          <a:xfrm>
            <a:off x="2547938" y="1547813"/>
            <a:ext cx="1976438" cy="3119438"/>
          </a:xfrm>
          <a:prstGeom prst="rect">
            <a:avLst/>
          </a:prstGeom>
          <a:solidFill>
            <a:srgbClr val="59A5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97ACEB2-2FB4-0083-342D-99D05C87AB1F}"/>
              </a:ext>
            </a:extLst>
          </p:cNvPr>
          <p:cNvSpPr/>
          <p:nvPr userDrawn="1"/>
        </p:nvSpPr>
        <p:spPr>
          <a:xfrm>
            <a:off x="4619625" y="1547813"/>
            <a:ext cx="1976438" cy="3119438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3BCD83E-7B1F-D7E4-E151-8CBAD550AE5E}"/>
              </a:ext>
            </a:extLst>
          </p:cNvPr>
          <p:cNvSpPr/>
          <p:nvPr userDrawn="1"/>
        </p:nvSpPr>
        <p:spPr>
          <a:xfrm>
            <a:off x="6691313" y="1547813"/>
            <a:ext cx="1976438" cy="3119438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D7F3EDFF-6170-0F40-408B-A65AFFF06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1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68E86ADE-7DE2-997F-EB8B-4F230604F4B9}"/>
              </a:ext>
            </a:extLst>
          </p:cNvPr>
          <p:cNvSpPr/>
          <p:nvPr userDrawn="1"/>
        </p:nvSpPr>
        <p:spPr>
          <a:xfrm>
            <a:off x="2786063" y="1785938"/>
            <a:ext cx="1543050" cy="785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E593B3A-1D25-B7E9-8D6F-319510520D15}"/>
              </a:ext>
            </a:extLst>
          </p:cNvPr>
          <p:cNvSpPr/>
          <p:nvPr userDrawn="1"/>
        </p:nvSpPr>
        <p:spPr>
          <a:xfrm>
            <a:off x="2786063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C9B99159-C702-46BA-EEC2-2B6C67A3D2A3}"/>
              </a:ext>
            </a:extLst>
          </p:cNvPr>
          <p:cNvSpPr/>
          <p:nvPr userDrawn="1"/>
        </p:nvSpPr>
        <p:spPr>
          <a:xfrm>
            <a:off x="6929438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E0FA65FC-29EF-D474-7C74-6761C8FA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251" y="1683408"/>
            <a:ext cx="1976437" cy="95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27" name="Espaço Reservado para Texto 7">
            <a:extLst>
              <a:ext uri="{FF2B5EF4-FFF2-40B4-BE49-F238E27FC236}">
                <a16:creationId xmlns:a16="http://schemas.microsoft.com/office/drawing/2014/main" id="{563F4E0B-77FA-F1A3-F717-EC9D423250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7938" y="4095931"/>
            <a:ext cx="1976438" cy="5046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0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12" name="Espaço Reservado para Texto 7">
            <a:extLst>
              <a:ext uri="{FF2B5EF4-FFF2-40B4-BE49-F238E27FC236}">
                <a16:creationId xmlns:a16="http://schemas.microsoft.com/office/drawing/2014/main" id="{C1ECFC1D-DEE7-A349-5718-DAF6146685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1313" y="4059522"/>
            <a:ext cx="1976437" cy="5058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BCA26286-65B8-4497-A86A-4276E77DD9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830" y="3448360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E1697267-5FF1-44E8-A77B-EC389DC66C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58886" y="1697931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77743D43-8B48-44D9-8BF1-79F349DAE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0924" y="3352800"/>
            <a:ext cx="1630836" cy="11020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3D3D3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4" name="Espaço Reservado para Texto 11">
            <a:extLst>
              <a:ext uri="{FF2B5EF4-FFF2-40B4-BE49-F238E27FC236}">
                <a16:creationId xmlns:a16="http://schemas.microsoft.com/office/drawing/2014/main" id="{13D08146-2E79-46B7-9984-405B891DAE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06329" y="1748474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3">
            <a:extLst>
              <a:ext uri="{FF2B5EF4-FFF2-40B4-BE49-F238E27FC236}">
                <a16:creationId xmlns:a16="http://schemas.microsoft.com/office/drawing/2014/main" id="{179D93B0-370E-4128-BA1C-9D9741F11E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87C11157-8EDC-4E14-92D5-0C05B8696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25469-3C9F-4A64-B83A-2FDC8236D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30763" y="1785938"/>
            <a:ext cx="1700212" cy="6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48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24641A9C-27DF-67A8-5C00-D9F27EB6A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5110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 com texto ao 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05AF364B-4589-9908-9093-BADFEF80784D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B18BBB13-BF2D-32A2-B39D-7628109696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D9F742C8-FC85-6869-207B-4EC691A32280}"/>
              </a:ext>
            </a:extLst>
          </p:cNvPr>
          <p:cNvSpPr/>
          <p:nvPr userDrawn="1"/>
        </p:nvSpPr>
        <p:spPr>
          <a:xfrm>
            <a:off x="476250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F239BF7-2756-FD5C-D018-271E946F0C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1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BEAAA150-2D27-658C-BD16-4AACAB674EC7}"/>
              </a:ext>
            </a:extLst>
          </p:cNvPr>
          <p:cNvSpPr/>
          <p:nvPr userDrawn="1"/>
        </p:nvSpPr>
        <p:spPr>
          <a:xfrm>
            <a:off x="5310188" y="2619375"/>
            <a:ext cx="2285863" cy="711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DCD913B9-710C-8956-12AE-F9724A8C4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5679" y="1258509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B950AA01-4961-4D70-AA19-59BBF7211B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55679" y="2416629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58120B-D9CF-4F15-AB11-20DB3D2888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6250" y="476250"/>
            <a:ext cx="4048125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7BA26355-39BE-4935-9EF0-1CDAB642AF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21" name="Espaço Reservado para Texto 3">
            <a:extLst>
              <a:ext uri="{FF2B5EF4-FFF2-40B4-BE49-F238E27FC236}">
                <a16:creationId xmlns:a16="http://schemas.microsoft.com/office/drawing/2014/main" id="{96986794-4625-4090-9336-E4D9D3349D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6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4619625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DF04695-03DB-C53D-E60F-45A5A954BD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1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239A63E-8F28-4C6B-9193-ECC52BFB3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899" y="454347"/>
            <a:ext cx="3651476" cy="1093466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0FA2AE6-B90D-488A-B45E-F523A4D74D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99" y="1727225"/>
            <a:ext cx="2656114" cy="914400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8396EB09-40C2-4D5B-BA31-6DAB1DD72D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086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B787D72-18B3-40A5-BB46-4AF8724A5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7142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Espaço Reservado para Imagem 2">
            <a:extLst>
              <a:ext uri="{FF2B5EF4-FFF2-40B4-BE49-F238E27FC236}">
                <a16:creationId xmlns:a16="http://schemas.microsoft.com/office/drawing/2014/main" id="{E2F859EF-B209-17A5-8F73-9ED39E159C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20284" y="493713"/>
            <a:ext cx="4031817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126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4619625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DF04695-03DB-C53D-E60F-45A5A954BD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1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239A63E-8F28-4C6B-9193-ECC52BFB3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899" y="454347"/>
            <a:ext cx="3651476" cy="1093466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0FA2AE6-B90D-488A-B45E-F523A4D74D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99" y="1727225"/>
            <a:ext cx="2656114" cy="914400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8396EB09-40C2-4D5B-BA31-6DAB1DD72D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4086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B787D72-18B3-40A5-BB46-4AF8724A5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7142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EFCEC-E104-3B54-28C9-8DEA9AEE80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0588" y="585788"/>
            <a:ext cx="3889375" cy="398621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400">
                <a:latin typeface="DM Mono" panose="020B0509040201040103" pitchFamily="49" charset="77"/>
              </a:defRPr>
            </a:lvl1pPr>
          </a:lstStyle>
          <a:p>
            <a:pPr lvl="0"/>
            <a:r>
              <a:rPr lang="en-BR" dirty="0"/>
              <a:t>INICIO </a:t>
            </a:r>
          </a:p>
          <a:p>
            <a:pPr lvl="0"/>
            <a:r>
              <a:rPr lang="en-BR" dirty="0"/>
              <a:t>	LEIA nota1 </a:t>
            </a:r>
          </a:p>
          <a:p>
            <a:pPr lvl="0"/>
            <a:r>
              <a:rPr lang="en-BR" dirty="0"/>
              <a:t>	LEIA nota2 </a:t>
            </a:r>
          </a:p>
          <a:p>
            <a:pPr lvl="0"/>
            <a:r>
              <a:rPr lang="en-BR" dirty="0"/>
              <a:t>	media = (nota1 + nota2) / 2 </a:t>
            </a:r>
          </a:p>
          <a:p>
            <a:pPr lvl="0"/>
            <a:r>
              <a:rPr lang="en-BR" dirty="0"/>
              <a:t>	SE media &gt;= 7 ENTAO </a:t>
            </a:r>
          </a:p>
          <a:p>
            <a:pPr lvl="0"/>
            <a:r>
              <a:rPr lang="en-BR" dirty="0"/>
              <a:t>		ESCREVA "Aprovado" </a:t>
            </a:r>
          </a:p>
          <a:p>
            <a:pPr lvl="0"/>
            <a:r>
              <a:rPr lang="en-BR" dirty="0"/>
              <a:t>	SENAO </a:t>
            </a:r>
          </a:p>
          <a:p>
            <a:pPr lvl="0"/>
            <a:r>
              <a:rPr lang="en-BR" dirty="0"/>
              <a:t>		ESCREVA "Reprovado" </a:t>
            </a:r>
          </a:p>
          <a:p>
            <a:pPr lvl="0"/>
            <a:r>
              <a:rPr lang="en-BR" dirty="0"/>
              <a:t>	FIM_SE </a:t>
            </a:r>
          </a:p>
          <a:p>
            <a:pPr lvl="0"/>
            <a:r>
              <a:rPr lang="en-BR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429150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-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4507820" y="-84406"/>
            <a:ext cx="4651829" cy="5303519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239A63E-8F28-4C6B-9193-ECC52BFB3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899" y="454347"/>
            <a:ext cx="3651476" cy="1093466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0FA2AE6-B90D-488A-B45E-F523A4D74D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99" y="1727225"/>
            <a:ext cx="2656114" cy="914400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B787D72-18B3-40A5-BB46-4AF8724A5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7142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510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- Large">
    <p:bg>
      <p:bgPr>
        <a:solidFill>
          <a:srgbClr val="2704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3639914" y="-84406"/>
            <a:ext cx="5519736" cy="5303519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239A63E-8F28-4C6B-9193-ECC52BFB3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899" y="454347"/>
            <a:ext cx="2656114" cy="1093466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0FA2AE6-B90D-488A-B45E-F523A4D74D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99" y="1727225"/>
            <a:ext cx="2656114" cy="914400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004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- Extra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3242572" y="-84406"/>
            <a:ext cx="5917078" cy="530351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507EFC0-3134-9BCE-2C2F-365B72C653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75096" y="1"/>
            <a:ext cx="3317668" cy="51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4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-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1699305" y="-84406"/>
            <a:ext cx="7460345" cy="5303519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507EFC0-3134-9BCE-2C2F-365B72C653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618363" y="-4396"/>
            <a:ext cx="3317668" cy="51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 em destaque com texto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33904E1-4AEC-4382-0FEE-158FD732488A}"/>
              </a:ext>
            </a:extLst>
          </p:cNvPr>
          <p:cNvSpPr>
            <a:spLocks/>
          </p:cNvSpPr>
          <p:nvPr userDrawn="1"/>
        </p:nvSpPr>
        <p:spPr>
          <a:xfrm>
            <a:off x="22503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EA06D2A6-4277-37D4-7D5B-9ED9C2CE47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343" b="18649"/>
          <a:stretch>
            <a:fillRect/>
          </a:stretch>
        </p:blipFill>
        <p:spPr>
          <a:xfrm>
            <a:off x="1014660" y="0"/>
            <a:ext cx="7114680" cy="3062288"/>
          </a:xfrm>
          <a:prstGeom prst="rect">
            <a:avLst/>
          </a:prstGeom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5836D336-D1D6-3C8B-DFD3-D5883C609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10800000">
            <a:off x="5861460" y="61543"/>
            <a:ext cx="3305043" cy="3008683"/>
          </a:xfrm>
          <a:prstGeom prst="rect">
            <a:avLst/>
          </a:prstGeom>
        </p:spPr>
      </p:pic>
      <p:pic>
        <p:nvPicPr>
          <p:cNvPr id="7" name="Image 2">
            <a:extLst>
              <a:ext uri="{FF2B5EF4-FFF2-40B4-BE49-F238E27FC236}">
                <a16:creationId xmlns:a16="http://schemas.microsoft.com/office/drawing/2014/main" id="{C651C26F-290B-66FF-4CBF-57A319A1DE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6200000">
            <a:off x="6243729" y="132277"/>
            <a:ext cx="3070227" cy="2794925"/>
          </a:xfrm>
          <a:prstGeom prst="rect">
            <a:avLst/>
          </a:prstGeom>
        </p:spPr>
      </p:pic>
      <p:pic>
        <p:nvPicPr>
          <p:cNvPr id="15" name="Image 2">
            <a:extLst>
              <a:ext uri="{FF2B5EF4-FFF2-40B4-BE49-F238E27FC236}">
                <a16:creationId xmlns:a16="http://schemas.microsoft.com/office/drawing/2014/main" id="{AC4C2ED7-FC29-2216-4FB4-F070C1632A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2" y="-1"/>
            <a:ext cx="3305043" cy="300868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563EC32D-EAA1-156E-FA70-3BEC023011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flipH="1">
            <a:off x="-12698" y="54900"/>
            <a:ext cx="3305040" cy="3008682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369A1042-7FA6-D851-4BD3-0EE68DD59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A3024C7-62DC-08AF-D8E5-C8EF35445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896635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5B465A6A-7B0D-473F-96D9-BF743AFA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05042" y="3910233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A162F12B-BD52-4361-A6CF-07AAC10FA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4521" y="3924327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177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/ frase de imp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8FCD2A64-E5C9-0859-B866-D14ED318D16A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2DA945D-5B24-E628-6D6F-AB0F2DC713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7620"/>
            <a:ext cx="3756663" cy="3132813"/>
          </a:xfrm>
          <a:prstGeom prst="rect">
            <a:avLst/>
          </a:prstGeom>
        </p:spPr>
      </p:pic>
      <p:pic>
        <p:nvPicPr>
          <p:cNvPr id="17" name="Image 2">
            <a:extLst>
              <a:ext uri="{FF2B5EF4-FFF2-40B4-BE49-F238E27FC236}">
                <a16:creationId xmlns:a16="http://schemas.microsoft.com/office/drawing/2014/main" id="{48CBCFA8-9968-A99C-25AC-A63D2D5A2D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0AE240A-38DA-1A55-3ABF-65D131F4F780}"/>
              </a:ext>
            </a:extLst>
          </p:cNvPr>
          <p:cNvSpPr/>
          <p:nvPr userDrawn="1"/>
        </p:nvSpPr>
        <p:spPr>
          <a:xfrm>
            <a:off x="3217067" y="2081212"/>
            <a:ext cx="2709863" cy="981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6B9CB0-BB7D-41FD-8A4C-A962EFCB57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7473" y="2163926"/>
            <a:ext cx="3829050" cy="1156961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27FEA9D-937D-45D0-BB2C-318DF8E103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74417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698C9BD6-F324-4735-8507-A767C8337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473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539E1BC-1F6A-BB93-867E-21CF9988D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3" y="2010686"/>
            <a:ext cx="3756663" cy="313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de impacto +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92FFFA6-F513-D74D-1C9A-B75304183F66}"/>
              </a:ext>
            </a:extLst>
          </p:cNvPr>
          <p:cNvSpPr>
            <a:spLocks/>
          </p:cNvSpPr>
          <p:nvPr userDrawn="1"/>
        </p:nvSpPr>
        <p:spPr>
          <a:xfrm>
            <a:off x="-1" y="-22738"/>
            <a:ext cx="9144001" cy="5166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A89A00-940D-4B72-8954-CCF9966545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36195"/>
            <a:ext cx="3756663" cy="31328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FD427A2-8149-E67D-8F3E-5D4435C3C8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9528" y="2003488"/>
            <a:ext cx="3756663" cy="313281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10A21372-FE03-0D7A-C0B2-2929361D33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BE58402F-D1CB-427E-9D30-A49C1026B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4603" y="1835332"/>
            <a:ext cx="4040504" cy="1169126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097107F-865C-4040-8611-3D6B9880B5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163" y="151939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37016321-5963-42DC-8AEA-958F0DEA27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26994" y="151478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0CFE9C-BCE4-40B6-BA4F-337A168E3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41950" y="3149835"/>
            <a:ext cx="2265810" cy="5295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00"/>
              </a:lnSpc>
              <a:buNone/>
              <a:defRPr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156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ase de impacto +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92FFFA6-F513-D74D-1C9A-B75304183F66}"/>
              </a:ext>
            </a:extLst>
          </p:cNvPr>
          <p:cNvSpPr>
            <a:spLocks/>
          </p:cNvSpPr>
          <p:nvPr userDrawn="1"/>
        </p:nvSpPr>
        <p:spPr>
          <a:xfrm>
            <a:off x="-1" y="-22738"/>
            <a:ext cx="9144001" cy="5166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A89A00-940D-4B72-8954-CCF9966545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7276340" y="-36195"/>
            <a:ext cx="3756663" cy="31328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FD427A2-8149-E67D-8F3E-5D4435C3C8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98286" y="2003488"/>
            <a:ext cx="3756663" cy="313281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10A21372-FE03-0D7A-C0B2-2929361D33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BE58402F-D1CB-427E-9D30-A49C1026B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4603" y="1835332"/>
            <a:ext cx="4040504" cy="1169126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097107F-865C-4040-8611-3D6B9880B5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163" y="151939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37016321-5963-42DC-8AEA-958F0DEA27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26994" y="151478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0CFE9C-BCE4-40B6-BA4F-337A168E3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41950" y="3149835"/>
            <a:ext cx="2265810" cy="5295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00"/>
              </a:lnSpc>
              <a:buNone/>
              <a:defRPr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738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vídeo ou multimídi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7CB15615-5106-A4C8-C2F1-A815CBA99078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79608BD4-B969-16D2-0397-AB2D7C64E426}"/>
              </a:ext>
            </a:extLst>
          </p:cNvPr>
          <p:cNvSpPr/>
          <p:nvPr userDrawn="1"/>
        </p:nvSpPr>
        <p:spPr>
          <a:xfrm>
            <a:off x="476250" y="476250"/>
            <a:ext cx="5343525" cy="31194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EBDF53CD-A280-596C-06D3-DEE34C60C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8988E2B-C071-364F-562A-D4777BF9E6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4151101"/>
            <a:ext cx="9144000" cy="989437"/>
          </a:xfrm>
          <a:prstGeom prst="rect">
            <a:avLst/>
          </a:prstGeom>
        </p:spPr>
      </p:pic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58E6F9BB-AAAA-4EC4-9B61-71C66E39DC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2669" y="2781234"/>
            <a:ext cx="2695575" cy="81445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000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E68B8948-CAF5-4CA8-8169-1457BAB750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6250" y="476250"/>
            <a:ext cx="5343525" cy="31194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4E88446-7B4B-4D89-B709-9FA5E2179D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3437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25D7306C-4D05-4F45-BE03-5156BEB1B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038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440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numerada ou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E166BB4C-E60F-2E92-92BD-B2E19AA1A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Instrument Sans" pitchFamily="2" charset="0"/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81B06F59-D39D-7680-CA9B-F1571C0A0394}"/>
              </a:ext>
            </a:extLst>
          </p:cNvPr>
          <p:cNvSpPr/>
          <p:nvPr userDrawn="1"/>
        </p:nvSpPr>
        <p:spPr>
          <a:xfrm rot="5400000">
            <a:off x="-1052512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8E048ABE-19C9-9FB0-BE21-F7BC21955FF6}"/>
              </a:ext>
            </a:extLst>
          </p:cNvPr>
          <p:cNvSpPr/>
          <p:nvPr userDrawn="1"/>
        </p:nvSpPr>
        <p:spPr>
          <a:xfrm rot="5400000">
            <a:off x="1019175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32BD0D3F-7988-C503-E3A2-A78B7EFF9111}"/>
              </a:ext>
            </a:extLst>
          </p:cNvPr>
          <p:cNvSpPr/>
          <p:nvPr userDrawn="1"/>
        </p:nvSpPr>
        <p:spPr>
          <a:xfrm rot="5400000">
            <a:off x="3090863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293CAD3-4C74-11EE-5D95-3DBE4A9164C5}"/>
              </a:ext>
            </a:extLst>
          </p:cNvPr>
          <p:cNvSpPr/>
          <p:nvPr userDrawn="1"/>
        </p:nvSpPr>
        <p:spPr>
          <a:xfrm rot="5400000">
            <a:off x="5162550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169B6EF9-C19C-8D81-3DCC-73C5B23FA7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28677359-CCD6-2864-39A7-B7ACA4E8B2CB}"/>
              </a:ext>
            </a:extLst>
          </p:cNvPr>
          <p:cNvSpPr/>
          <p:nvPr userDrawn="1"/>
        </p:nvSpPr>
        <p:spPr>
          <a:xfrm>
            <a:off x="714375" y="4238624"/>
            <a:ext cx="1452563" cy="610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8" name="Espaço Reservado para Texto 12">
            <a:extLst>
              <a:ext uri="{FF2B5EF4-FFF2-40B4-BE49-F238E27FC236}">
                <a16:creationId xmlns:a16="http://schemas.microsoft.com/office/drawing/2014/main" id="{EA435214-E780-CD1F-A1F1-05959ACCAC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1" y="555245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7DF9BFD5-2945-23A6-FACC-21439B82F5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51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1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25221EAF-A0E3-8400-527A-70DA3B8C8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90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2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92C63AAB-088D-4C13-8C16-D2E5603D6C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60687" y="4100196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3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DD510864-41C8-3956-B61B-9A97D9A7AC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32375" y="4100195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4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8AF21FE2-8D1B-46BE-88AC-2A91E2440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536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EC8F1DD8-2C21-4486-A0D5-4CF81D0CC0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13435" y="2222989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933EAD67-615E-491E-B75E-DAF3061A62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5122" y="2222988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1FCA6853-9023-42EB-8E57-35153DD99D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56810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3">
            <a:extLst>
              <a:ext uri="{FF2B5EF4-FFF2-40B4-BE49-F238E27FC236}">
                <a16:creationId xmlns:a16="http://schemas.microsoft.com/office/drawing/2014/main" id="{899F8D77-0E3E-4EAA-9B9C-E6189CD4CB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0806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4" name="Espaço Reservado para Texto 3">
            <a:extLst>
              <a:ext uri="{FF2B5EF4-FFF2-40B4-BE49-F238E27FC236}">
                <a16:creationId xmlns:a16="http://schemas.microsoft.com/office/drawing/2014/main" id="{E2983CDA-B9DE-4904-8098-BC02B15D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0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19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ou quadro comparativo lado a 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4822CFA0-7AFC-640A-0005-D90CA5C9843A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18" name="Imagem 17" descr="Imagem em preto e branco">
            <a:extLst>
              <a:ext uri="{FF2B5EF4-FFF2-40B4-BE49-F238E27FC236}">
                <a16:creationId xmlns:a16="http://schemas.microsoft.com/office/drawing/2014/main" id="{1252CCCB-57D2-8219-7FA1-CCFD3479A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 flipV="1">
            <a:off x="6041292" y="3383098"/>
            <a:ext cx="3102708" cy="176040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B295BB1-29E2-3DB2-CB46-0F0A459D58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46502" y="-1"/>
            <a:ext cx="5650138" cy="5143499"/>
          </a:xfrm>
          <a:prstGeom prst="rect">
            <a:avLst/>
          </a:prstGeom>
        </p:spPr>
      </p:pic>
      <p:sp>
        <p:nvSpPr>
          <p:cNvPr id="20" name="Shape 0">
            <a:extLst>
              <a:ext uri="{FF2B5EF4-FFF2-40B4-BE49-F238E27FC236}">
                <a16:creationId xmlns:a16="http://schemas.microsoft.com/office/drawing/2014/main" id="{533E42B0-5B0E-11E0-D6C4-7BAEBDA4852A}"/>
              </a:ext>
            </a:extLst>
          </p:cNvPr>
          <p:cNvSpPr/>
          <p:nvPr userDrawn="1"/>
        </p:nvSpPr>
        <p:spPr>
          <a:xfrm>
            <a:off x="476250" y="476250"/>
            <a:ext cx="4048125" cy="4191000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solidFill>
                <a:srgbClr val="FFD2B9"/>
              </a:solidFill>
              <a:latin typeface="Switzer" pitchFamily="50" charset="0"/>
            </a:endParaRP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41DA4BAF-3303-504E-9275-CAAF797C60D1}"/>
              </a:ext>
            </a:extLst>
          </p:cNvPr>
          <p:cNvSpPr/>
          <p:nvPr userDrawn="1"/>
        </p:nvSpPr>
        <p:spPr>
          <a:xfrm>
            <a:off x="4619625" y="476250"/>
            <a:ext cx="4048125" cy="4191000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1EE2EAD5-FF35-3418-34FE-4C4BFAE35A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5D9C36AF-B1E7-5E5E-65B8-0EC10DCCAAC3}"/>
              </a:ext>
            </a:extLst>
          </p:cNvPr>
          <p:cNvSpPr/>
          <p:nvPr userDrawn="1"/>
        </p:nvSpPr>
        <p:spPr>
          <a:xfrm>
            <a:off x="714375" y="4019550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C0513C9-67EC-F304-40A7-F265E3C6970F}"/>
              </a:ext>
            </a:extLst>
          </p:cNvPr>
          <p:cNvSpPr/>
          <p:nvPr userDrawn="1"/>
        </p:nvSpPr>
        <p:spPr>
          <a:xfrm>
            <a:off x="714375" y="714375"/>
            <a:ext cx="2905125" cy="309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3375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8C09DA7-A5A3-44B4-A650-589706CA4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631" y="664278"/>
            <a:ext cx="3545421" cy="62488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/>
              <a:t>SUBTÍTULO</a:t>
            </a:r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80B63D51-99D4-4E34-8470-8FCF1CAE5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4375" y="3676524"/>
            <a:ext cx="2604164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5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FF97F9A8-CDFC-484A-B5AC-D5A852D1B2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1161" y="664278"/>
            <a:ext cx="2604164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5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5BDEB296-4421-4B82-9A7E-9ADEC29802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6857" y="152400"/>
            <a:ext cx="1503363" cy="188913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0B23870F-C2C1-4056-BD12-0ECA7CFB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3801" y="152400"/>
            <a:ext cx="1824576" cy="188913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73BD54-EB95-42C2-B4A1-605BD9D295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81588" y="3842657"/>
            <a:ext cx="3348037" cy="637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2815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6" grpId="0"/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 com agradecimento e cont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F1AAC7F2-8627-58F1-A352-0484FBEB68EB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noFill/>
              </a:ln>
              <a:latin typeface="Switzer" pitchFamily="50" charset="0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420600C2-FFE4-0A53-2915-DFDFE569666D}"/>
              </a:ext>
            </a:extLst>
          </p:cNvPr>
          <p:cNvSpPr/>
          <p:nvPr userDrawn="1"/>
        </p:nvSpPr>
        <p:spPr>
          <a:xfrm>
            <a:off x="476250" y="4024313"/>
            <a:ext cx="2667000" cy="2857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noFill/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A84BA7F-E1C2-2F3B-02AB-543066873C90}"/>
              </a:ext>
            </a:extLst>
          </p:cNvPr>
          <p:cNvSpPr/>
          <p:nvPr userDrawn="1"/>
        </p:nvSpPr>
        <p:spPr>
          <a:xfrm>
            <a:off x="476250" y="4024313"/>
            <a:ext cx="285750" cy="285750"/>
          </a:xfrm>
          <a:prstGeom prst="ellipse">
            <a:avLst/>
          </a:prstGeom>
          <a:solidFill>
            <a:srgbClr val="7746FF"/>
          </a:solidFill>
          <a:ln>
            <a:noFill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83909A6-078F-93DC-9E36-D1ED008F953E}"/>
              </a:ext>
            </a:extLst>
          </p:cNvPr>
          <p:cNvSpPr/>
          <p:nvPr userDrawn="1"/>
        </p:nvSpPr>
        <p:spPr>
          <a:xfrm>
            <a:off x="476250" y="4381500"/>
            <a:ext cx="285750" cy="285750"/>
          </a:xfrm>
          <a:prstGeom prst="ellipse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7C08A5F-5C88-597E-616F-4842B97BC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925" y="4090987"/>
            <a:ext cx="152400" cy="1524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B07A36D-28B7-B7E4-8055-53491CFECC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2925" y="4448175"/>
            <a:ext cx="152400" cy="152400"/>
          </a:xfrm>
          <a:prstGeom prst="rect">
            <a:avLst/>
          </a:prstGeom>
        </p:spPr>
      </p:pic>
      <p:pic>
        <p:nvPicPr>
          <p:cNvPr id="12" name="Image 2">
            <a:extLst>
              <a:ext uri="{FF2B5EF4-FFF2-40B4-BE49-F238E27FC236}">
                <a16:creationId xmlns:a16="http://schemas.microsoft.com/office/drawing/2014/main" id="{856D5F3C-7F22-CC27-22DF-BD1F5DA5B7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76250" y="476250"/>
            <a:ext cx="1219200" cy="1219200"/>
          </a:xfrm>
          <a:prstGeom prst="ellipse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529D7B6-3545-2E0A-228F-C2899C98B7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66921" y="4663429"/>
            <a:ext cx="914400" cy="98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900B6C1B-E16A-A6E1-2279-38ECF1A4D6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10455" y="4664122"/>
            <a:ext cx="914400" cy="11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4427D15B-F2D4-E17A-CCB6-E8061B828C43}"/>
              </a:ext>
            </a:extLst>
          </p:cNvPr>
          <p:cNvSpPr/>
          <p:nvPr userDrawn="1"/>
        </p:nvSpPr>
        <p:spPr>
          <a:xfrm>
            <a:off x="476250" y="3186113"/>
            <a:ext cx="558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70436077-AB7F-FC9A-9ADF-37EE80150606}"/>
              </a:ext>
            </a:extLst>
          </p:cNvPr>
          <p:cNvSpPr/>
          <p:nvPr userDrawn="1"/>
        </p:nvSpPr>
        <p:spPr>
          <a:xfrm>
            <a:off x="1881187" y="919162"/>
            <a:ext cx="2982106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200" dirty="0">
              <a:latin typeface="Switzer" pitchFamily="50" charset="0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2F138113-AA3E-F354-C4BF-12774518D1A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5794543" y="-9525"/>
            <a:ext cx="3345845" cy="5187182"/>
          </a:xfrm>
          <a:prstGeom prst="rect">
            <a:avLst/>
          </a:prstGeom>
        </p:spPr>
      </p:pic>
      <p:sp>
        <p:nvSpPr>
          <p:cNvPr id="30" name="Espaço Reservado para Texto 17">
            <a:extLst>
              <a:ext uri="{FF2B5EF4-FFF2-40B4-BE49-F238E27FC236}">
                <a16:creationId xmlns:a16="http://schemas.microsoft.com/office/drawing/2014/main" id="{E2B02EAC-0056-46F1-98B3-7FF32B22D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49" y="2251088"/>
            <a:ext cx="5297589" cy="665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4C94E9-6913-46C2-92EE-F55F4CB678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9843" y="889759"/>
            <a:ext cx="2054777" cy="382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b="1" dirty="0">
                <a:effectLst/>
              </a:rPr>
              <a:t>Nome do professor</a:t>
            </a:r>
            <a:br>
              <a:rPr lang="pt-BR" dirty="0"/>
            </a:br>
            <a:r>
              <a:rPr lang="pt-BR" dirty="0" err="1">
                <a:effectLst/>
              </a:rPr>
              <a:t>Subtitulo</a:t>
            </a:r>
            <a:endParaRPr lang="pt-BR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FCE7029-1E37-67BA-E6F4-3BF02388C98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4421465" y="4429798"/>
            <a:ext cx="1021182" cy="189153"/>
          </a:xfrm>
          <a:prstGeom prst="rect">
            <a:avLst/>
          </a:prstGeom>
        </p:spPr>
      </p:pic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D5F97E14-FE67-65B1-B650-82933DE3F0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189" y="4098130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F2ACFE1E-2C7E-5BE0-5C90-0F83FCCE0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127" y="4465637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638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 com agradecimento e cont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F1AAC7F2-8627-58F1-A352-0484FBEB68EB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>
                <a:noFill/>
              </a:ln>
              <a:latin typeface="Switzer" pitchFamily="50" charset="0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420600C2-FFE4-0A53-2915-DFDFE569666D}"/>
              </a:ext>
            </a:extLst>
          </p:cNvPr>
          <p:cNvSpPr/>
          <p:nvPr userDrawn="1"/>
        </p:nvSpPr>
        <p:spPr>
          <a:xfrm>
            <a:off x="476250" y="4024313"/>
            <a:ext cx="2667000" cy="28575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>
            <a:noFill/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A84BA7F-E1C2-2F3B-02AB-543066873C90}"/>
              </a:ext>
            </a:extLst>
          </p:cNvPr>
          <p:cNvSpPr/>
          <p:nvPr userDrawn="1"/>
        </p:nvSpPr>
        <p:spPr>
          <a:xfrm>
            <a:off x="476250" y="4024313"/>
            <a:ext cx="285750" cy="285750"/>
          </a:xfrm>
          <a:prstGeom prst="ellipse">
            <a:avLst/>
          </a:prstGeom>
          <a:solidFill>
            <a:srgbClr val="7746FF"/>
          </a:solidFill>
          <a:ln>
            <a:noFill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83909A6-078F-93DC-9E36-D1ED008F953E}"/>
              </a:ext>
            </a:extLst>
          </p:cNvPr>
          <p:cNvSpPr/>
          <p:nvPr userDrawn="1"/>
        </p:nvSpPr>
        <p:spPr>
          <a:xfrm>
            <a:off x="476250" y="4381500"/>
            <a:ext cx="285750" cy="285750"/>
          </a:xfrm>
          <a:prstGeom prst="ellipse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7C08A5F-5C88-597E-616F-4842B97BC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925" y="4090987"/>
            <a:ext cx="152400" cy="1524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B07A36D-28B7-B7E4-8055-53491CFECC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2925" y="4448175"/>
            <a:ext cx="152400" cy="152400"/>
          </a:xfrm>
          <a:prstGeom prst="rect">
            <a:avLst/>
          </a:prstGeom>
        </p:spPr>
      </p:pic>
      <p:pic>
        <p:nvPicPr>
          <p:cNvPr id="12" name="Image 2">
            <a:extLst>
              <a:ext uri="{FF2B5EF4-FFF2-40B4-BE49-F238E27FC236}">
                <a16:creationId xmlns:a16="http://schemas.microsoft.com/office/drawing/2014/main" id="{856D5F3C-7F22-CC27-22DF-BD1F5DA5B7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76250" y="476250"/>
            <a:ext cx="1219200" cy="1219200"/>
          </a:xfrm>
          <a:prstGeom prst="ellipse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529D7B6-3545-2E0A-228F-C2899C98B7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66921" y="4663429"/>
            <a:ext cx="914400" cy="98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900B6C1B-E16A-A6E1-2279-38ECF1A4D6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10455" y="4664122"/>
            <a:ext cx="914400" cy="11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4427D15B-F2D4-E17A-CCB6-E8061B828C43}"/>
              </a:ext>
            </a:extLst>
          </p:cNvPr>
          <p:cNvSpPr/>
          <p:nvPr userDrawn="1"/>
        </p:nvSpPr>
        <p:spPr>
          <a:xfrm>
            <a:off x="476250" y="3186113"/>
            <a:ext cx="558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70436077-AB7F-FC9A-9ADF-37EE80150606}"/>
              </a:ext>
            </a:extLst>
          </p:cNvPr>
          <p:cNvSpPr/>
          <p:nvPr userDrawn="1"/>
        </p:nvSpPr>
        <p:spPr>
          <a:xfrm>
            <a:off x="1881187" y="919162"/>
            <a:ext cx="2982106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200" dirty="0">
              <a:latin typeface="Switzer" pitchFamily="50" charset="0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2F138113-AA3E-F354-C4BF-12774518D1A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5794543" y="-9525"/>
            <a:ext cx="3345845" cy="5187182"/>
          </a:xfrm>
          <a:prstGeom prst="rect">
            <a:avLst/>
          </a:prstGeom>
        </p:spPr>
      </p:pic>
      <p:sp>
        <p:nvSpPr>
          <p:cNvPr id="30" name="Espaço Reservado para Texto 17">
            <a:extLst>
              <a:ext uri="{FF2B5EF4-FFF2-40B4-BE49-F238E27FC236}">
                <a16:creationId xmlns:a16="http://schemas.microsoft.com/office/drawing/2014/main" id="{E2B02EAC-0056-46F1-98B3-7FF32B22D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49" y="2251088"/>
            <a:ext cx="5297589" cy="665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4C94E9-6913-46C2-92EE-F55F4CB678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9843" y="889759"/>
            <a:ext cx="2054777" cy="382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b="1" dirty="0">
                <a:effectLst/>
              </a:rPr>
              <a:t>Nome do professor</a:t>
            </a:r>
            <a:br>
              <a:rPr lang="pt-BR" dirty="0"/>
            </a:br>
            <a:r>
              <a:rPr lang="pt-BR" dirty="0" err="1">
                <a:effectLst/>
              </a:rPr>
              <a:t>Subtitulo</a:t>
            </a:r>
            <a:endParaRPr lang="pt-BR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FCE7029-1E37-67BA-E6F4-3BF02388C98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4421465" y="4429798"/>
            <a:ext cx="1021182" cy="189153"/>
          </a:xfrm>
          <a:prstGeom prst="rect">
            <a:avLst/>
          </a:prstGeom>
        </p:spPr>
      </p:pic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D5F97E14-FE67-65B1-B650-82933DE3F0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189" y="4098130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F2ACFE1E-2C7E-5BE0-5C90-0F83FCCE0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127" y="4465637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616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 si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07124" y="-8029"/>
            <a:ext cx="5655524" cy="5148403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FB3F3376-BF93-45FF-BC07-89A57D962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15" y="2248064"/>
            <a:ext cx="6979902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b="1">
                <a:solidFill>
                  <a:srgbClr val="27045D"/>
                </a:solidFill>
                <a:latin typeface="Instrument Sans" pitchFamily="2" charset="0"/>
                <a:ea typeface="Instrument Sans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0A6F1B-6E88-568B-5088-24421B929D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05116" y="4388644"/>
            <a:ext cx="1021182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6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6161377-F776-489D-07A8-09C1FD99AC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8710" y="-8029"/>
            <a:ext cx="2320952" cy="15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2513841"/>
            <a:ext cx="8105035" cy="2271462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6161377-F776-489D-07A8-09C1FD99AC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8710" y="-8029"/>
            <a:ext cx="2320952" cy="150792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A566B-5C71-A800-863D-E21EE55955E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9639" y="1689100"/>
            <a:ext cx="7980000" cy="693738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>
            <a:lvl1pPr>
              <a:buNone/>
              <a:defRPr sz="1600">
                <a:latin typeface="Instrument Sans" pitchFamily="2" charset="0"/>
              </a:defRPr>
            </a:lvl1pPr>
            <a:lvl2pPr>
              <a:buNone/>
              <a:defRPr sz="1400" b="1">
                <a:solidFill>
                  <a:srgbClr val="27045D"/>
                </a:solidFill>
                <a:latin typeface="Instrument Sans" pitchFamily="2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US" dirty="0"/>
              <a:t>Click to edit Master text styles</a:t>
            </a:r>
            <a:endParaRPr lang="en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A0418-738A-B3A2-EA52-FF19FB718430}"/>
              </a:ext>
            </a:extLst>
          </p:cNvPr>
          <p:cNvSpPr/>
          <p:nvPr userDrawn="1"/>
        </p:nvSpPr>
        <p:spPr>
          <a:xfrm>
            <a:off x="446995" y="1689100"/>
            <a:ext cx="102644" cy="694336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9942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9144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2879480"/>
            <a:ext cx="3637324" cy="1905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04360" y="1753396"/>
            <a:ext cx="4147671" cy="3033226"/>
          </a:xfrm>
          <a:prstGeom prst="rect">
            <a:avLst/>
          </a:prstGeom>
          <a:solidFill>
            <a:srgbClr val="FFD2B9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600" baseline="0">
                <a:solidFill>
                  <a:srgbClr val="27045D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F0C5E8-C3BC-7738-0AF7-A1CA55EE00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8710" y="-8029"/>
            <a:ext cx="2320952" cy="1507922"/>
          </a:xfrm>
          <a:prstGeom prst="rect">
            <a:avLst/>
          </a:prstGeom>
        </p:spPr>
      </p:pic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0BC8D8CC-6F82-C77A-E7DD-BF23C9AABE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6250" y="1753396"/>
            <a:ext cx="3637324" cy="7835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3200" b="1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84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rgbClr val="FFD2B9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BF1AFB-864C-4280-0CF8-39BF06383D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8710" y="-8029"/>
            <a:ext cx="2320952" cy="15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rgbClr val="FFD2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A2F221E-A9BB-3688-0482-1689C1D92395}"/>
              </a:ext>
            </a:extLst>
          </p:cNvPr>
          <p:cNvSpPr>
            <a:spLocks/>
          </p:cNvSpPr>
          <p:nvPr userDrawn="1"/>
        </p:nvSpPr>
        <p:spPr>
          <a:xfrm>
            <a:off x="457200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51661" y="-8029"/>
            <a:ext cx="5655524" cy="5148403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7447541C-1647-E19E-5A7B-B9FD8F7219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1377" y="348794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886098"/>
            <a:ext cx="3061521" cy="22286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B31DB36-77CB-C16C-7F12-1CEBBE646C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0351" y="1886098"/>
            <a:ext cx="3061521" cy="2228603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B518B58-CF6D-4E44-14A5-66D7E1A758A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4578393" y="3855518"/>
            <a:ext cx="1982426" cy="128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4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107180" cy="3640382"/>
          </a:xfrm>
          <a:prstGeom prst="rect">
            <a:avLst/>
          </a:prstGeom>
          <a:solidFill>
            <a:srgbClr val="FFD2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9418" y="0"/>
            <a:ext cx="5655524" cy="5148403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tx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75207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8E647305-ACFA-8BC1-4882-422F36B84C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856" y="329695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91847" y="1752077"/>
            <a:ext cx="3637324" cy="1367642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>
                    <a:lumMod val="95000"/>
                  </a:schemeClr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15E4A130-A0B9-9E1B-FA46-E65ECF3AE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1847" y="3296957"/>
            <a:ext cx="3637324" cy="1367642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>
                    <a:lumMod val="95000"/>
                  </a:schemeClr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20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00C6F0B3-5938-3505-F102-5E98804A77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5096" y="0"/>
            <a:ext cx="3317669" cy="514350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68856A14-F2B9-B7A0-01D1-318A533E76EE}"/>
              </a:ext>
            </a:extLst>
          </p:cNvPr>
          <p:cNvSpPr/>
          <p:nvPr userDrawn="1"/>
        </p:nvSpPr>
        <p:spPr>
          <a:xfrm>
            <a:off x="3238500" y="0"/>
            <a:ext cx="5905500" cy="5143500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 dirty="0">
              <a:solidFill>
                <a:srgbClr val="CACACA"/>
              </a:solidFill>
              <a:latin typeface="Switzer" pitchFamily="50" charset="0"/>
            </a:endParaRPr>
          </a:p>
        </p:txBody>
      </p:sp>
      <p:pic>
        <p:nvPicPr>
          <p:cNvPr id="17" name="Image 10" descr="preencoded.png">
            <a:extLst>
              <a:ext uri="{FF2B5EF4-FFF2-40B4-BE49-F238E27FC236}">
                <a16:creationId xmlns:a16="http://schemas.microsoft.com/office/drawing/2014/main" id="{6DA5AA13-2B57-0D20-D3A1-145DAF16F9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758C0163-8743-9E58-8BF7-889FE882271B}"/>
              </a:ext>
            </a:extLst>
          </p:cNvPr>
          <p:cNvSpPr/>
          <p:nvPr userDrawn="1"/>
        </p:nvSpPr>
        <p:spPr>
          <a:xfrm>
            <a:off x="476250" y="1624013"/>
            <a:ext cx="4395788" cy="1895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6EFA3461-B667-4002-A0B7-8D07F4CEDA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7628" y="1650206"/>
            <a:ext cx="4545777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8F397A-A6BC-44C7-843E-510DBC422F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6660" y="4287838"/>
            <a:ext cx="104465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balta.io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050127-EB54-A39B-79FD-C558F535A4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36660" y="435685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0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simples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D873A800-B207-C39F-2028-E7461C1EAC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4791" y="0"/>
            <a:ext cx="4659209" cy="51435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CBADF311-5970-EF41-EFC9-7938D08D479A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5F05748F-9677-413E-E4D5-FCE083F6EA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C745407D-3246-4352-B171-6EEC95FDC7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24375" y="0"/>
            <a:ext cx="4619625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C252A1A0-5105-4928-9990-10851F8745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329" y="4283673"/>
            <a:ext cx="100584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CACACA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Janeiro, 2026</a:t>
            </a:r>
            <a:br>
              <a:rPr lang="pt-BR"/>
            </a:br>
            <a:r>
              <a:rPr lang="pt-BR">
                <a:effectLst/>
              </a:rPr>
              <a:t>balta.io</a:t>
            </a:r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D8D5C4F-C14D-6E15-4B7D-0BD2B073E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4049" y="435685"/>
            <a:ext cx="1021185" cy="189153"/>
          </a:xfrm>
          <a:prstGeom prst="rect">
            <a:avLst/>
          </a:prstGeom>
        </p:spPr>
      </p:pic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DCE6DE0D-B948-31B9-A08F-17D795CB6E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050" y="1650206"/>
            <a:ext cx="3703455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/>
              <a:t>TÍTULO PURO COM UMA FRASE GRANDE</a:t>
            </a:r>
          </a:p>
        </p:txBody>
      </p:sp>
    </p:spTree>
    <p:extLst>
      <p:ext uri="{BB962C8B-B14F-4D97-AF65-F5344CB8AC3E}">
        <p14:creationId xmlns:p14="http://schemas.microsoft.com/office/powerpoint/2010/main" val="390842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omplex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F24D120-0006-A86D-41A3-164FBFFD3ACB}"/>
              </a:ext>
            </a:extLst>
          </p:cNvPr>
          <p:cNvSpPr/>
          <p:nvPr userDrawn="1"/>
        </p:nvSpPr>
        <p:spPr>
          <a:xfrm>
            <a:off x="4524375" y="3991177"/>
            <a:ext cx="4631928" cy="1152323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9311555-94DD-4916-ADF3-AF4F4AE37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24965" y="0"/>
            <a:ext cx="4619625" cy="396854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73AD6D20-5787-7AB0-7039-D38419785707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D35F7C1-C3AC-44E2-93FE-355FBF9D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812" y="2816226"/>
            <a:ext cx="3453019" cy="868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LOREM IPSUM DOLOR SIT AMET, CONSECTETUR ADIPISCING ELIT.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77231C13-866D-4988-87E4-DC9BF4BEF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813" y="4240213"/>
            <a:ext cx="1311275" cy="5699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CACACA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balta.io</a:t>
            </a:r>
            <a:endParaRPr lang="pt-BR" dirty="0"/>
          </a:p>
        </p:txBody>
      </p:sp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5861B274-4180-76F6-C839-1D2C20163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814" y="738827"/>
            <a:ext cx="3453020" cy="15218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strike="noStrike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96E21E-FCC4-6629-78B6-B190FC1CF7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8002" y="4472761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6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ítulo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99C6EE15-6EE5-3AE2-E89F-0D784FED2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380526E9-DCFB-ED64-A9C0-8175E92C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49580" y="152400"/>
            <a:ext cx="163154" cy="188452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211AA16-46D8-C476-9652-0425DF96B3C0}"/>
              </a:ext>
            </a:extLst>
          </p:cNvPr>
          <p:cNvSpPr/>
          <p:nvPr userDrawn="1"/>
        </p:nvSpPr>
        <p:spPr>
          <a:xfrm>
            <a:off x="3238500" y="2295525"/>
            <a:ext cx="31623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CFF1B8-9507-4011-9D70-556989210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650" y="2295525"/>
            <a:ext cx="5136084" cy="547688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 PÁGINA</a:t>
            </a:r>
          </a:p>
        </p:txBody>
      </p:sp>
      <p:sp>
        <p:nvSpPr>
          <p:cNvPr id="13" name="Espaço Reservado para Texto 3">
            <a:extLst>
              <a:ext uri="{FF2B5EF4-FFF2-40B4-BE49-F238E27FC236}">
                <a16:creationId xmlns:a16="http://schemas.microsoft.com/office/drawing/2014/main" id="{3EC6AB6D-B2C1-4485-9FAE-D2C9B0F34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9F83F3E2-9828-C8CE-54AF-B4F5385F18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FD4AC42-0DF5-80EF-A919-8778FF40F0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flipH="1">
            <a:off x="3330" y="8126"/>
            <a:ext cx="3308332" cy="512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6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91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9916" y="283109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3555FD-ED80-E537-DA82-DCDD6A03E2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400" y="468746"/>
            <a:ext cx="4375804" cy="4675909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9580" y="152400"/>
            <a:ext cx="163154" cy="188452"/>
          </a:xfrm>
          <a:prstGeom prst="rect">
            <a:avLst/>
          </a:prstGeom>
        </p:spPr>
      </p:pic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1B648298-39E4-EBBE-65C4-500B9895D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650" y="1714501"/>
            <a:ext cx="2459038" cy="1493838"/>
          </a:xfrm>
          <a:prstGeom prst="rect">
            <a:avLst/>
          </a:prstGeom>
        </p:spPr>
        <p:txBody>
          <a:bodyPr/>
          <a:lstStyle>
            <a:lvl1pPr algn="ctr">
              <a:buNone/>
              <a:defRPr sz="13800" b="1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5048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 detalhada (título + subtítulo + nume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8C5E4827-D307-8F0F-8D87-B508703C06A6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66F9B40-1BF1-7AAA-FE76-E1F8CB379A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6930" y="0"/>
            <a:ext cx="5650140" cy="5143500"/>
          </a:xfrm>
          <a:prstGeom prst="rect">
            <a:avLst/>
          </a:prstGeom>
        </p:spPr>
      </p:pic>
      <p:pic>
        <p:nvPicPr>
          <p:cNvPr id="14" name="Image 2">
            <a:extLst>
              <a:ext uri="{FF2B5EF4-FFF2-40B4-BE49-F238E27FC236}">
                <a16:creationId xmlns:a16="http://schemas.microsoft.com/office/drawing/2014/main" id="{6E84C666-1882-E570-4F34-BE827462D5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4" y="152400"/>
            <a:ext cx="163154" cy="188452"/>
          </a:xfrm>
          <a:prstGeom prst="rect">
            <a:avLst/>
          </a:prstGeom>
        </p:spPr>
      </p:pic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B6166A3F-8F9E-44EF-96FF-93D956047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3049" y="151939"/>
            <a:ext cx="1744919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0C73AE66-6A5D-4784-90B5-D4534455A3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365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10F8CF-37B4-67B2-1F7A-90B195DC2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1365" y="21796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7B8937A2-F71D-8B9F-7A40-3545235B65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1365" y="3002540"/>
            <a:ext cx="3413689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BF451D-05D2-0FEA-E1DC-DDDB3ADE6E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8450" y="1697841"/>
            <a:ext cx="3406604" cy="3377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295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6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39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67366" y="283744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03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3555FD-ED80-E537-DA82-DCDD6A03E2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400" y="475096"/>
            <a:ext cx="4375804" cy="4675909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9580" y="152400"/>
            <a:ext cx="163154" cy="188452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C7515A-E8FA-3667-A073-22F2B18FA2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67366" y="1651263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  <p:sp>
        <p:nvSpPr>
          <p:cNvPr id="6" name="Espaço Reservado para Imagem 10">
            <a:extLst>
              <a:ext uri="{FF2B5EF4-FFF2-40B4-BE49-F238E27FC236}">
                <a16:creationId xmlns:a16="http://schemas.microsoft.com/office/drawing/2014/main" id="{7834807C-8A9E-CA69-6BE1-34B2DA72DC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6901" y="0"/>
            <a:ext cx="3467690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65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9D4A3A0E-753A-06BB-011E-99BB0ADB6783}"/>
              </a:ext>
            </a:extLst>
          </p:cNvPr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97A1E3-3902-DCD9-46DB-D56289042F64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746929" y="0"/>
            <a:ext cx="5650140" cy="5143500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5CEEFC38-932A-E680-EE67-257B0D980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DE2788D-0368-4160-7773-F3F019CAD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914400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E86B5EB2-B2FC-419C-A833-1FD4913F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85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21" name="Espaço Reservado para Texto 11">
            <a:extLst>
              <a:ext uri="{FF2B5EF4-FFF2-40B4-BE49-F238E27FC236}">
                <a16:creationId xmlns:a16="http://schemas.microsoft.com/office/drawing/2014/main" id="{717C13EE-9149-4B12-8B60-07A33D682D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8BC669B0-26B4-467E-BCCA-20D10B672F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9" name="Espaço Reservado para Texto 3">
            <a:extLst>
              <a:ext uri="{FF2B5EF4-FFF2-40B4-BE49-F238E27FC236}">
                <a16:creationId xmlns:a16="http://schemas.microsoft.com/office/drawing/2014/main" id="{76EC200F-AF4F-49F2-86E2-AE43A1919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580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2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E0E807AC-BE46-9CFD-6690-52CF02CD2DC2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  <a:latin typeface="Switzer" pitchFamily="50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7D6C4A3-7CEF-30AE-9ACE-028E083D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87526" y="15764"/>
            <a:ext cx="5616574" cy="5112943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2321B311-C74F-D4BC-B78F-23050E42A91A}"/>
              </a:ext>
            </a:extLst>
          </p:cNvPr>
          <p:cNvSpPr/>
          <p:nvPr userDrawn="1"/>
        </p:nvSpPr>
        <p:spPr>
          <a:xfrm>
            <a:off x="523875" y="1547813"/>
            <a:ext cx="4070350" cy="3119438"/>
          </a:xfrm>
          <a:prstGeom prst="rect">
            <a:avLst/>
          </a:prstGeom>
          <a:solidFill>
            <a:srgbClr val="59A5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E78619A9-F2A0-6904-5EC7-76A72726A562}"/>
              </a:ext>
            </a:extLst>
          </p:cNvPr>
          <p:cNvSpPr/>
          <p:nvPr userDrawn="1"/>
        </p:nvSpPr>
        <p:spPr>
          <a:xfrm>
            <a:off x="4594225" y="1547813"/>
            <a:ext cx="4073525" cy="3119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>
              <a:solidFill>
                <a:srgbClr val="7746FF"/>
              </a:solidFill>
              <a:latin typeface="Switzer" pitchFamily="50" charset="0"/>
            </a:endParaRPr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81804597-F7C8-12ED-B078-4312570A49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035D7980-4DFE-0503-DAFC-87F22EFC5CAA}"/>
              </a:ext>
            </a:extLst>
          </p:cNvPr>
          <p:cNvSpPr/>
          <p:nvPr userDrawn="1"/>
        </p:nvSpPr>
        <p:spPr>
          <a:xfrm>
            <a:off x="5967412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3F47153-4A48-2CD1-A55B-698B1EE8406B}"/>
              </a:ext>
            </a:extLst>
          </p:cNvPr>
          <p:cNvSpPr/>
          <p:nvPr userDrawn="1"/>
        </p:nvSpPr>
        <p:spPr>
          <a:xfrm>
            <a:off x="5836920" y="3889193"/>
            <a:ext cx="2592705" cy="538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1" indent="0" algn="r">
              <a:lnSpc>
                <a:spcPct val="120000"/>
              </a:lnSpc>
              <a:buNone/>
            </a:pPr>
            <a:endParaRPr lang="en-US" sz="5880" b="1">
              <a:solidFill>
                <a:srgbClr val="161616">
                  <a:alpha val="99000"/>
                </a:srgbClr>
              </a:solidFill>
              <a:latin typeface="Reddit Sans" pitchFamily="2" charset="0"/>
              <a:ea typeface="Reddit Sans" pitchFamily="2" charset="0"/>
              <a:cs typeface="Reddit Sans Condensed" pitchFamily="34" charset="-12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60925FC-2A44-E4DA-7ABB-ABDD404A16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568E0702-17F8-415F-96A9-6BF354A95C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899" y="3958751"/>
            <a:ext cx="3552825" cy="4492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C28C734F-E2C6-4C08-A957-4D3869C539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9771" y="3650533"/>
            <a:ext cx="2574607" cy="668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5" name="Espaço Reservado para Texto 11">
            <a:extLst>
              <a:ext uri="{FF2B5EF4-FFF2-40B4-BE49-F238E27FC236}">
                <a16:creationId xmlns:a16="http://schemas.microsoft.com/office/drawing/2014/main" id="{687F4F63-8BD6-44AF-839A-E2353886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4375" y="1918019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FAA5A924-C1E0-4FD9-82A3-1A1885A4EE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5011" y="1886098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EE992B8B-558A-4E64-AD70-85A12DF5AD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19AA38E9-E04B-4A86-84F3-6F71197B18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39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3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E257053-5179-E399-1A7D-1FDA10BE612E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77319F-1566-BC50-A3E9-5F3900267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50259" y="-6241"/>
            <a:ext cx="5656996" cy="5149741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A8F7CEDB-73C2-7A1B-F931-5543D61B7408}"/>
              </a:ext>
            </a:extLst>
          </p:cNvPr>
          <p:cNvSpPr/>
          <p:nvPr userDrawn="1"/>
        </p:nvSpPr>
        <p:spPr>
          <a:xfrm>
            <a:off x="6064023" y="1547813"/>
            <a:ext cx="2667000" cy="3119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9DA98C9C-B140-87AC-FB15-21E3FC80D814}"/>
              </a:ext>
            </a:extLst>
          </p:cNvPr>
          <p:cNvSpPr/>
          <p:nvPr userDrawn="1"/>
        </p:nvSpPr>
        <p:spPr>
          <a:xfrm>
            <a:off x="476250" y="1547813"/>
            <a:ext cx="2667000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82903640-FDE8-E0AC-8675-2A3C16215F42}"/>
              </a:ext>
            </a:extLst>
          </p:cNvPr>
          <p:cNvSpPr/>
          <p:nvPr userDrawn="1"/>
        </p:nvSpPr>
        <p:spPr>
          <a:xfrm>
            <a:off x="3238500" y="1547813"/>
            <a:ext cx="2667000" cy="3119438"/>
          </a:xfrm>
          <a:prstGeom prst="rect">
            <a:avLst/>
          </a:prstGeom>
          <a:solidFill>
            <a:srgbClr val="59A5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610537-95DD-070D-6155-0D5C17FF3E9F}"/>
              </a:ext>
            </a:extLst>
          </p:cNvPr>
          <p:cNvSpPr/>
          <p:nvPr userDrawn="1"/>
        </p:nvSpPr>
        <p:spPr>
          <a:xfrm>
            <a:off x="6000750" y="1547813"/>
            <a:ext cx="2667000" cy="3119438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7B2A3FDF-6C59-77FE-4C15-300929724C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FC98BA48-6485-0277-935F-438F940CE733}"/>
              </a:ext>
            </a:extLst>
          </p:cNvPr>
          <p:cNvSpPr/>
          <p:nvPr userDrawn="1"/>
        </p:nvSpPr>
        <p:spPr>
          <a:xfrm>
            <a:off x="347662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FBAB12A-7441-F310-AC3B-884B366A9AE5}"/>
              </a:ext>
            </a:extLst>
          </p:cNvPr>
          <p:cNvSpPr/>
          <p:nvPr userDrawn="1"/>
        </p:nvSpPr>
        <p:spPr>
          <a:xfrm>
            <a:off x="71437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1D1A81B-9E42-747F-6B56-AE0B89A3B4E3}"/>
              </a:ext>
            </a:extLst>
          </p:cNvPr>
          <p:cNvSpPr/>
          <p:nvPr userDrawn="1"/>
        </p:nvSpPr>
        <p:spPr>
          <a:xfrm>
            <a:off x="714375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5860CE-51C3-77DF-9103-95F35010A5DF}"/>
              </a:ext>
            </a:extLst>
          </p:cNvPr>
          <p:cNvSpPr/>
          <p:nvPr userDrawn="1"/>
        </p:nvSpPr>
        <p:spPr>
          <a:xfrm>
            <a:off x="6238875" y="3690937"/>
            <a:ext cx="1147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1875">
              <a:latin typeface="Switzer" pitchFamily="50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5C642F0B-3789-4694-5EAA-598877E3D3B6}"/>
              </a:ext>
            </a:extLst>
          </p:cNvPr>
          <p:cNvSpPr/>
          <p:nvPr userDrawn="1"/>
        </p:nvSpPr>
        <p:spPr>
          <a:xfrm>
            <a:off x="6238875" y="4024313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E3B6B224-3CD0-4371-8025-7C946032B1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93257" y="3690938"/>
            <a:ext cx="2574607" cy="7775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4" name="Espaço Reservado para Texto 12">
            <a:extLst>
              <a:ext uri="{FF2B5EF4-FFF2-40B4-BE49-F238E27FC236}">
                <a16:creationId xmlns:a16="http://schemas.microsoft.com/office/drawing/2014/main" id="{CFE7973D-914D-4938-AA04-F370B58503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4370" y="4044960"/>
            <a:ext cx="2216142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5" name="Espaço Reservado para Texto 12">
            <a:extLst>
              <a:ext uri="{FF2B5EF4-FFF2-40B4-BE49-F238E27FC236}">
                <a16:creationId xmlns:a16="http://schemas.microsoft.com/office/drawing/2014/main" id="{A3D42FA1-D276-49D7-A857-7DBFDC5113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2890" y="3287847"/>
            <a:ext cx="2238374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C54C7329-C8F5-462D-AAD9-E4408B887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370" y="1809197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77757470-CF44-494A-9142-C99996B8B00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3287" y="1822502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78592258-807A-4867-8FAC-05095DB1A1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61652" y="3888913"/>
            <a:ext cx="2167973" cy="5795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57661382-54CC-4997-BB39-5134EF979F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E0B9623E-8EFB-4748-A08D-871F51A024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A52A154-A2CC-98BC-7457-AE6C9BD6C4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27913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4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7E632CDA-EEFD-9365-F8FE-F16F3C71CEDA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6012F2-F541-8460-9908-B772C09787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7869" y="1711"/>
            <a:ext cx="5648261" cy="5141789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FE04395E-2C5D-58C6-D338-E9E953965A7A}"/>
              </a:ext>
            </a:extLst>
          </p:cNvPr>
          <p:cNvSpPr/>
          <p:nvPr userDrawn="1"/>
        </p:nvSpPr>
        <p:spPr>
          <a:xfrm>
            <a:off x="476250" y="1547813"/>
            <a:ext cx="1976438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C2766F6-9328-F00B-5D1D-2655D14A8E8D}"/>
              </a:ext>
            </a:extLst>
          </p:cNvPr>
          <p:cNvSpPr/>
          <p:nvPr userDrawn="1"/>
        </p:nvSpPr>
        <p:spPr>
          <a:xfrm>
            <a:off x="2547938" y="1547813"/>
            <a:ext cx="1976438" cy="3119438"/>
          </a:xfrm>
          <a:prstGeom prst="rect">
            <a:avLst/>
          </a:prstGeom>
          <a:solidFill>
            <a:srgbClr val="59A5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97ACEB2-2FB4-0083-342D-99D05C87AB1F}"/>
              </a:ext>
            </a:extLst>
          </p:cNvPr>
          <p:cNvSpPr/>
          <p:nvPr userDrawn="1"/>
        </p:nvSpPr>
        <p:spPr>
          <a:xfrm>
            <a:off x="4619625" y="1547813"/>
            <a:ext cx="1976438" cy="3119438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3BCD83E-7B1F-D7E4-E151-8CBAD550AE5E}"/>
              </a:ext>
            </a:extLst>
          </p:cNvPr>
          <p:cNvSpPr/>
          <p:nvPr userDrawn="1"/>
        </p:nvSpPr>
        <p:spPr>
          <a:xfrm>
            <a:off x="6691313" y="1547813"/>
            <a:ext cx="1976438" cy="3119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D7F3EDFF-6170-0F40-408B-A65AFFF06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68E86ADE-7DE2-997F-EB8B-4F230604F4B9}"/>
              </a:ext>
            </a:extLst>
          </p:cNvPr>
          <p:cNvSpPr/>
          <p:nvPr userDrawn="1"/>
        </p:nvSpPr>
        <p:spPr>
          <a:xfrm>
            <a:off x="2786063" y="1785938"/>
            <a:ext cx="1543050" cy="785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E593B3A-1D25-B7E9-8D6F-319510520D15}"/>
              </a:ext>
            </a:extLst>
          </p:cNvPr>
          <p:cNvSpPr/>
          <p:nvPr userDrawn="1"/>
        </p:nvSpPr>
        <p:spPr>
          <a:xfrm>
            <a:off x="2786063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C9B99159-C702-46BA-EEC2-2B6C67A3D2A3}"/>
              </a:ext>
            </a:extLst>
          </p:cNvPr>
          <p:cNvSpPr/>
          <p:nvPr userDrawn="1"/>
        </p:nvSpPr>
        <p:spPr>
          <a:xfrm>
            <a:off x="6929438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E0FA65FC-29EF-D474-7C74-6761C8FA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251" y="1683408"/>
            <a:ext cx="1976437" cy="95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27" name="Espaço Reservado para Texto 7">
            <a:extLst>
              <a:ext uri="{FF2B5EF4-FFF2-40B4-BE49-F238E27FC236}">
                <a16:creationId xmlns:a16="http://schemas.microsoft.com/office/drawing/2014/main" id="{563F4E0B-77FA-F1A3-F717-EC9D423250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7938" y="4095931"/>
            <a:ext cx="1976438" cy="5046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0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12" name="Espaço Reservado para Texto 7">
            <a:extLst>
              <a:ext uri="{FF2B5EF4-FFF2-40B4-BE49-F238E27FC236}">
                <a16:creationId xmlns:a16="http://schemas.microsoft.com/office/drawing/2014/main" id="{C1ECFC1D-DEE7-A349-5718-DAF6146685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1313" y="4059522"/>
            <a:ext cx="1976437" cy="5058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BCA26286-65B8-4497-A86A-4276E77DD9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830" y="3448360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E1697267-5FF1-44E8-A77B-EC389DC66C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58886" y="1697931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77743D43-8B48-44D9-8BF1-79F349DAE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0924" y="3352800"/>
            <a:ext cx="1630836" cy="11020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3D3D3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4" name="Espaço Reservado para Texto 11">
            <a:extLst>
              <a:ext uri="{FF2B5EF4-FFF2-40B4-BE49-F238E27FC236}">
                <a16:creationId xmlns:a16="http://schemas.microsoft.com/office/drawing/2014/main" id="{13D08146-2E79-46B7-9984-405B891DAE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06329" y="1748474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3">
            <a:extLst>
              <a:ext uri="{FF2B5EF4-FFF2-40B4-BE49-F238E27FC236}">
                <a16:creationId xmlns:a16="http://schemas.microsoft.com/office/drawing/2014/main" id="{179D93B0-370E-4128-BA1C-9D9741F11E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87C11157-8EDC-4E14-92D5-0C05B8696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25469-3C9F-4A64-B83A-2FDC8236D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30763" y="1785938"/>
            <a:ext cx="1700212" cy="6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48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24641A9C-27DF-67A8-5C00-D9F27EB6A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07314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 com texto ao 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05AF364B-4589-9908-9093-BADFEF80784D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1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B18BBB13-BF2D-32A2-B39D-7628109696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D9F742C8-FC85-6869-207B-4EC691A32280}"/>
              </a:ext>
            </a:extLst>
          </p:cNvPr>
          <p:cNvSpPr/>
          <p:nvPr userDrawn="1"/>
        </p:nvSpPr>
        <p:spPr>
          <a:xfrm>
            <a:off x="476250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F239BF7-2756-FD5C-D018-271E946F0C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BEAAA150-2D27-658C-BD16-4AACAB674EC7}"/>
              </a:ext>
            </a:extLst>
          </p:cNvPr>
          <p:cNvSpPr/>
          <p:nvPr userDrawn="1"/>
        </p:nvSpPr>
        <p:spPr>
          <a:xfrm>
            <a:off x="5310188" y="2619375"/>
            <a:ext cx="2285863" cy="711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DCD913B9-710C-8956-12AE-F9724A8C4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5679" y="1258509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B950AA01-4961-4D70-AA19-59BBF7211B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55679" y="2416629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58120B-D9CF-4F15-AB11-20DB3D2888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6250" y="476250"/>
            <a:ext cx="4048125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7BA26355-39BE-4935-9EF0-1CDAB642AF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21" name="Espaço Reservado para Texto 3">
            <a:extLst>
              <a:ext uri="{FF2B5EF4-FFF2-40B4-BE49-F238E27FC236}">
                <a16:creationId xmlns:a16="http://schemas.microsoft.com/office/drawing/2014/main" id="{96986794-4625-4090-9336-E4D9D3349D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911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0"/>
            <a:ext cx="5650139" cy="5143501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4619625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DF04695-03DB-C53D-E60F-45A5A954BD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239A63E-8F28-4C6B-9193-ECC52BFB3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899" y="454347"/>
            <a:ext cx="3651476" cy="1093466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0FA2AE6-B90D-488A-B45E-F523A4D74D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99" y="1727225"/>
            <a:ext cx="2656114" cy="914400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8396EB09-40C2-4D5B-BA31-6DAB1DD72D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B787D72-18B3-40A5-BB46-4AF8724A5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Espaço Reservado para Imagem 2">
            <a:extLst>
              <a:ext uri="{FF2B5EF4-FFF2-40B4-BE49-F238E27FC236}">
                <a16:creationId xmlns:a16="http://schemas.microsoft.com/office/drawing/2014/main" id="{E2F859EF-B209-17A5-8F73-9ED39E159C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20284" y="493713"/>
            <a:ext cx="4031817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263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imagem em destaque com texto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33904E1-4AEC-4382-0FEE-158FD732488A}"/>
              </a:ext>
            </a:extLst>
          </p:cNvPr>
          <p:cNvSpPr>
            <a:spLocks/>
          </p:cNvSpPr>
          <p:nvPr userDrawn="1"/>
        </p:nvSpPr>
        <p:spPr>
          <a:xfrm>
            <a:off x="22503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EA06D2A6-4277-37D4-7D5B-9ED9C2CE47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343" b="18649"/>
          <a:stretch>
            <a:fillRect/>
          </a:stretch>
        </p:blipFill>
        <p:spPr>
          <a:xfrm>
            <a:off x="1014660" y="0"/>
            <a:ext cx="7114680" cy="3062288"/>
          </a:xfrm>
          <a:prstGeom prst="rect">
            <a:avLst/>
          </a:prstGeom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5836D336-D1D6-3C8B-DFD3-D5883C609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10800000">
            <a:off x="5861460" y="61543"/>
            <a:ext cx="3305043" cy="3008683"/>
          </a:xfrm>
          <a:prstGeom prst="rect">
            <a:avLst/>
          </a:prstGeom>
        </p:spPr>
      </p:pic>
      <p:pic>
        <p:nvPicPr>
          <p:cNvPr id="7" name="Image 2">
            <a:extLst>
              <a:ext uri="{FF2B5EF4-FFF2-40B4-BE49-F238E27FC236}">
                <a16:creationId xmlns:a16="http://schemas.microsoft.com/office/drawing/2014/main" id="{C651C26F-290B-66FF-4CBF-57A319A1DE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6200000">
            <a:off x="6240277" y="130027"/>
            <a:ext cx="3070228" cy="2794925"/>
          </a:xfrm>
          <a:prstGeom prst="rect">
            <a:avLst/>
          </a:prstGeom>
        </p:spPr>
      </p:pic>
      <p:pic>
        <p:nvPicPr>
          <p:cNvPr id="15" name="Image 2">
            <a:extLst>
              <a:ext uri="{FF2B5EF4-FFF2-40B4-BE49-F238E27FC236}">
                <a16:creationId xmlns:a16="http://schemas.microsoft.com/office/drawing/2014/main" id="{AC4C2ED7-FC29-2216-4FB4-F070C1632A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2" y="-1"/>
            <a:ext cx="3305043" cy="300868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563EC32D-EAA1-156E-FA70-3BEC023011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flipH="1">
            <a:off x="2" y="-12700"/>
            <a:ext cx="3305040" cy="3072770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369A1042-7FA6-D851-4BD3-0EE68DD59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A3024C7-62DC-08AF-D8E5-C8EF35445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896635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5B465A6A-7B0D-473F-96D9-BF743AFA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05042" y="3910233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A162F12B-BD52-4361-A6CF-07AAC10FA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4521" y="3924327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868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/ frase de imp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8FCD2A64-E5C9-0859-B866-D14ED318D16A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2DA945D-5B24-E628-6D6F-AB0F2DC713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7620"/>
            <a:ext cx="3756664" cy="3132813"/>
          </a:xfrm>
          <a:prstGeom prst="rect">
            <a:avLst/>
          </a:prstGeom>
        </p:spPr>
      </p:pic>
      <p:pic>
        <p:nvPicPr>
          <p:cNvPr id="17" name="Image 2">
            <a:extLst>
              <a:ext uri="{FF2B5EF4-FFF2-40B4-BE49-F238E27FC236}">
                <a16:creationId xmlns:a16="http://schemas.microsoft.com/office/drawing/2014/main" id="{48CBCFA8-9968-A99C-25AC-A63D2D5A2D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0AE240A-38DA-1A55-3ABF-65D131F4F780}"/>
              </a:ext>
            </a:extLst>
          </p:cNvPr>
          <p:cNvSpPr/>
          <p:nvPr userDrawn="1"/>
        </p:nvSpPr>
        <p:spPr>
          <a:xfrm>
            <a:off x="3217067" y="2081212"/>
            <a:ext cx="2709863" cy="981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6B9CB0-BB7D-41FD-8A4C-A962EFCB57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7473" y="2163926"/>
            <a:ext cx="3829050" cy="1156961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27FEA9D-937D-45D0-BB2C-318DF8E103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74417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698C9BD6-F324-4735-8507-A767C8337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473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539E1BC-1F6A-BB93-867E-21CF9988D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3" y="2010686"/>
            <a:ext cx="3756664" cy="313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5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de impacto +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92FFFA6-F513-D74D-1C9A-B75304183F66}"/>
              </a:ext>
            </a:extLst>
          </p:cNvPr>
          <p:cNvSpPr>
            <a:spLocks/>
          </p:cNvSpPr>
          <p:nvPr userDrawn="1"/>
        </p:nvSpPr>
        <p:spPr>
          <a:xfrm>
            <a:off x="-1" y="-22738"/>
            <a:ext cx="9144001" cy="5166238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A89A00-940D-4B72-8954-CCF9966545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36195"/>
            <a:ext cx="3756664" cy="31328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FD427A2-8149-E67D-8F3E-5D4435C3C8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9528" y="2003488"/>
            <a:ext cx="3756664" cy="313281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10A21372-FE03-0D7A-C0B2-2929361D33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BE58402F-D1CB-427E-9D30-A49C1026B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4603" y="1835332"/>
            <a:ext cx="4040504" cy="1169126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097107F-865C-4040-8611-3D6B9880B5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163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37016321-5963-42DC-8AEA-958F0DEA27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26994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0CFE9C-BCE4-40B6-BA4F-337A168E3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41950" y="3149835"/>
            <a:ext cx="2265810" cy="5295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00"/>
              </a:lnSpc>
              <a:buNone/>
              <a:defRPr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585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vídeo ou multimídi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7CB15615-5106-A4C8-C2F1-A815CBA99078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79608BD4-B969-16D2-0397-AB2D7C64E426}"/>
              </a:ext>
            </a:extLst>
          </p:cNvPr>
          <p:cNvSpPr/>
          <p:nvPr userDrawn="1"/>
        </p:nvSpPr>
        <p:spPr>
          <a:xfrm>
            <a:off x="476250" y="476250"/>
            <a:ext cx="5343525" cy="31194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EBDF53CD-A280-596C-06D3-DEE34C60C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8988E2B-C071-364F-562A-D4777BF9E6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4151101"/>
            <a:ext cx="9144000" cy="989437"/>
          </a:xfrm>
          <a:prstGeom prst="rect">
            <a:avLst/>
          </a:prstGeom>
        </p:spPr>
      </p:pic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58E6F9BB-AAAA-4EC4-9B61-71C66E39DC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2669" y="2781234"/>
            <a:ext cx="2695575" cy="81445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000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E68B8948-CAF5-4CA8-8169-1457BAB750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6250" y="476250"/>
            <a:ext cx="5343525" cy="31194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4E88446-7B4B-4D89-B709-9FA5E2179D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3437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25D7306C-4D05-4F45-BE03-5156BEB1B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038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878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a numerada ou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E166BB4C-E60F-2E92-92BD-B2E19AA1A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Instrument Sans" pitchFamily="2" charset="0"/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81B06F59-D39D-7680-CA9B-F1571C0A0394}"/>
              </a:ext>
            </a:extLst>
          </p:cNvPr>
          <p:cNvSpPr/>
          <p:nvPr userDrawn="1"/>
        </p:nvSpPr>
        <p:spPr>
          <a:xfrm rot="5400000">
            <a:off x="-1052512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8E048ABE-19C9-9FB0-BE21-F7BC21955FF6}"/>
              </a:ext>
            </a:extLst>
          </p:cNvPr>
          <p:cNvSpPr/>
          <p:nvPr userDrawn="1"/>
        </p:nvSpPr>
        <p:spPr>
          <a:xfrm rot="5400000">
            <a:off x="1019175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32BD0D3F-7988-C503-E3A2-A78B7EFF9111}"/>
              </a:ext>
            </a:extLst>
          </p:cNvPr>
          <p:cNvSpPr/>
          <p:nvPr userDrawn="1"/>
        </p:nvSpPr>
        <p:spPr>
          <a:xfrm rot="5400000">
            <a:off x="3090863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293CAD3-4C74-11EE-5D95-3DBE4A9164C5}"/>
              </a:ext>
            </a:extLst>
          </p:cNvPr>
          <p:cNvSpPr/>
          <p:nvPr userDrawn="1"/>
        </p:nvSpPr>
        <p:spPr>
          <a:xfrm rot="5400000">
            <a:off x="5162550" y="3614738"/>
            <a:ext cx="3057525" cy="0"/>
          </a:xfrm>
          <a:prstGeom prst="line">
            <a:avLst/>
          </a:prstGeom>
          <a:noFill/>
          <a:ln w="12700">
            <a:solidFill>
              <a:srgbClr val="7746FF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169B6EF9-C19C-8D81-3DCC-73C5B23FA7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28677359-CCD6-2864-39A7-B7ACA4E8B2CB}"/>
              </a:ext>
            </a:extLst>
          </p:cNvPr>
          <p:cNvSpPr/>
          <p:nvPr userDrawn="1"/>
        </p:nvSpPr>
        <p:spPr>
          <a:xfrm>
            <a:off x="714375" y="4238624"/>
            <a:ext cx="1452563" cy="610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8" name="Espaço Reservado para Texto 12">
            <a:extLst>
              <a:ext uri="{FF2B5EF4-FFF2-40B4-BE49-F238E27FC236}">
                <a16:creationId xmlns:a16="http://schemas.microsoft.com/office/drawing/2014/main" id="{EA435214-E780-CD1F-A1F1-05959ACCAC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1" y="555245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7DF9BFD5-2945-23A6-FACC-21439B82F5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51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1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25221EAF-A0E3-8400-527A-70DA3B8C8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90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2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92C63AAB-088D-4C13-8C16-D2E5603D6C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60687" y="4100196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3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DD510864-41C8-3956-B61B-9A97D9A7AC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32375" y="4100195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4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8AF21FE2-8D1B-46BE-88AC-2A91E2440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536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EC8F1DD8-2C21-4486-A0D5-4CF81D0CC0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13435" y="2222989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933EAD67-615E-491E-B75E-DAF3061A62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5122" y="2222988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1FCA6853-9023-42EB-8E57-35153DD99D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56810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3">
            <a:extLst>
              <a:ext uri="{FF2B5EF4-FFF2-40B4-BE49-F238E27FC236}">
                <a16:creationId xmlns:a16="http://schemas.microsoft.com/office/drawing/2014/main" id="{899F8D77-0E3E-4EAA-9B9C-E6189CD4CB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0806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4" name="Espaço Reservado para Texto 3">
            <a:extLst>
              <a:ext uri="{FF2B5EF4-FFF2-40B4-BE49-F238E27FC236}">
                <a16:creationId xmlns:a16="http://schemas.microsoft.com/office/drawing/2014/main" id="{E2983CDA-B9DE-4904-8098-BC02B15D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0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23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ou quadro comparativo lado a 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4822CFA0-7AFC-640A-0005-D90CA5C9843A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18" name="Imagem 17" descr="Imagem em preto e branco">
            <a:extLst>
              <a:ext uri="{FF2B5EF4-FFF2-40B4-BE49-F238E27FC236}">
                <a16:creationId xmlns:a16="http://schemas.microsoft.com/office/drawing/2014/main" id="{1252CCCB-57D2-8219-7FA1-CCFD3479A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 flipV="1">
            <a:off x="6041292" y="3383098"/>
            <a:ext cx="3102708" cy="176040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B295BB1-29E2-3DB2-CB46-0F0A459D58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46502" y="-1"/>
            <a:ext cx="5650138" cy="5143499"/>
          </a:xfrm>
          <a:prstGeom prst="rect">
            <a:avLst/>
          </a:prstGeom>
        </p:spPr>
      </p:pic>
      <p:sp>
        <p:nvSpPr>
          <p:cNvPr id="20" name="Shape 0">
            <a:extLst>
              <a:ext uri="{FF2B5EF4-FFF2-40B4-BE49-F238E27FC236}">
                <a16:creationId xmlns:a16="http://schemas.microsoft.com/office/drawing/2014/main" id="{533E42B0-5B0E-11E0-D6C4-7BAEBDA4852A}"/>
              </a:ext>
            </a:extLst>
          </p:cNvPr>
          <p:cNvSpPr/>
          <p:nvPr userDrawn="1"/>
        </p:nvSpPr>
        <p:spPr>
          <a:xfrm>
            <a:off x="476250" y="476250"/>
            <a:ext cx="4048125" cy="41910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41DA4BAF-3303-504E-9275-CAAF797C60D1}"/>
              </a:ext>
            </a:extLst>
          </p:cNvPr>
          <p:cNvSpPr/>
          <p:nvPr userDrawn="1"/>
        </p:nvSpPr>
        <p:spPr>
          <a:xfrm>
            <a:off x="4619625" y="476250"/>
            <a:ext cx="4048125" cy="4191000"/>
          </a:xfrm>
          <a:prstGeom prst="rect">
            <a:avLst/>
          </a:prstGeom>
          <a:solidFill>
            <a:srgbClr val="59A5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1EE2EAD5-FF35-3418-34FE-4C4BFAE35A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5D9C36AF-B1E7-5E5E-65B8-0EC10DCCAAC3}"/>
              </a:ext>
            </a:extLst>
          </p:cNvPr>
          <p:cNvSpPr/>
          <p:nvPr userDrawn="1"/>
        </p:nvSpPr>
        <p:spPr>
          <a:xfrm>
            <a:off x="714375" y="4019550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C0513C9-67EC-F304-40A7-F265E3C6970F}"/>
              </a:ext>
            </a:extLst>
          </p:cNvPr>
          <p:cNvSpPr/>
          <p:nvPr userDrawn="1"/>
        </p:nvSpPr>
        <p:spPr>
          <a:xfrm>
            <a:off x="714375" y="714375"/>
            <a:ext cx="2905125" cy="309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3375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8C09DA7-A5A3-44B4-A650-589706CA4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631" y="664278"/>
            <a:ext cx="3545421" cy="624888"/>
          </a:xfrm>
          <a:prstGeom prst="rect">
            <a:avLst/>
          </a:prstGeom>
        </p:spPr>
        <p:txBody>
          <a:bodyPr/>
          <a:lstStyle>
            <a:lvl1pPr>
              <a:defRPr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/>
              <a:t>SUBTÍTULO</a:t>
            </a:r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80B63D51-99D4-4E34-8470-8FCF1CAE5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4375" y="3676524"/>
            <a:ext cx="2604164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5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FF97F9A8-CDFC-484A-B5AC-D5A852D1B2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1161" y="664278"/>
            <a:ext cx="2604164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5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5BDEB296-4421-4B82-9A7E-9ADEC29802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6857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0B23870F-C2C1-4056-BD12-0ECA7CFB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380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73BD54-EB95-42C2-B4A1-605BD9D295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81588" y="3842657"/>
            <a:ext cx="3348037" cy="637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0263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6" grpId="0"/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 com agradecimento e cont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F1AAC7F2-8627-58F1-A352-0484FBEB68EB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420600C2-FFE4-0A53-2915-DFDFE569666D}"/>
              </a:ext>
            </a:extLst>
          </p:cNvPr>
          <p:cNvSpPr/>
          <p:nvPr userDrawn="1"/>
        </p:nvSpPr>
        <p:spPr>
          <a:xfrm>
            <a:off x="476250" y="4024313"/>
            <a:ext cx="2667000" cy="2857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096C130-6F66-2770-89B3-9259DA1DC4D1}"/>
              </a:ext>
            </a:extLst>
          </p:cNvPr>
          <p:cNvSpPr/>
          <p:nvPr userDrawn="1"/>
        </p:nvSpPr>
        <p:spPr>
          <a:xfrm>
            <a:off x="476250" y="4381500"/>
            <a:ext cx="2667000" cy="2857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A84BA7F-E1C2-2F3B-02AB-543066873C90}"/>
              </a:ext>
            </a:extLst>
          </p:cNvPr>
          <p:cNvSpPr/>
          <p:nvPr userDrawn="1"/>
        </p:nvSpPr>
        <p:spPr>
          <a:xfrm>
            <a:off x="476250" y="4024313"/>
            <a:ext cx="285750" cy="285750"/>
          </a:xfrm>
          <a:prstGeom prst="ellipse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83909A6-078F-93DC-9E36-D1ED008F953E}"/>
              </a:ext>
            </a:extLst>
          </p:cNvPr>
          <p:cNvSpPr/>
          <p:nvPr userDrawn="1"/>
        </p:nvSpPr>
        <p:spPr>
          <a:xfrm>
            <a:off x="476250" y="4381500"/>
            <a:ext cx="285750" cy="285750"/>
          </a:xfrm>
          <a:prstGeom prst="ellipse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7C08A5F-5C88-597E-616F-4842B97BC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925" y="4090987"/>
            <a:ext cx="152400" cy="1524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B07A36D-28B7-B7E4-8055-53491CFECC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2925" y="4448175"/>
            <a:ext cx="152400" cy="152400"/>
          </a:xfrm>
          <a:prstGeom prst="rect">
            <a:avLst/>
          </a:prstGeom>
        </p:spPr>
      </p:pic>
      <p:pic>
        <p:nvPicPr>
          <p:cNvPr id="12" name="Image 2">
            <a:extLst>
              <a:ext uri="{FF2B5EF4-FFF2-40B4-BE49-F238E27FC236}">
                <a16:creationId xmlns:a16="http://schemas.microsoft.com/office/drawing/2014/main" id="{856D5F3C-7F22-CC27-22DF-BD1F5DA5B7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76250" y="476250"/>
            <a:ext cx="1219200" cy="1219200"/>
          </a:xfrm>
          <a:prstGeom prst="ellipse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529D7B6-3545-2E0A-228F-C2899C98B7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66921" y="4663429"/>
            <a:ext cx="914400" cy="98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900B6C1B-E16A-A6E1-2279-38ECF1A4D6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10455" y="4664122"/>
            <a:ext cx="914400" cy="11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4427D15B-F2D4-E17A-CCB6-E8061B828C43}"/>
              </a:ext>
            </a:extLst>
          </p:cNvPr>
          <p:cNvSpPr/>
          <p:nvPr userDrawn="1"/>
        </p:nvSpPr>
        <p:spPr>
          <a:xfrm>
            <a:off x="476250" y="3186113"/>
            <a:ext cx="558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70436077-AB7F-FC9A-9ADF-37EE80150606}"/>
              </a:ext>
            </a:extLst>
          </p:cNvPr>
          <p:cNvSpPr/>
          <p:nvPr userDrawn="1"/>
        </p:nvSpPr>
        <p:spPr>
          <a:xfrm>
            <a:off x="1881187" y="919162"/>
            <a:ext cx="2982106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200" dirty="0">
              <a:latin typeface="Switzer" pitchFamily="50" charset="0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2F138113-AA3E-F354-C4BF-12774518D1A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5773839" y="-9526"/>
            <a:ext cx="3387253" cy="5187184"/>
          </a:xfrm>
          <a:prstGeom prst="rect">
            <a:avLst/>
          </a:prstGeom>
        </p:spPr>
      </p:pic>
      <p:sp>
        <p:nvSpPr>
          <p:cNvPr id="30" name="Espaço Reservado para Texto 17">
            <a:extLst>
              <a:ext uri="{FF2B5EF4-FFF2-40B4-BE49-F238E27FC236}">
                <a16:creationId xmlns:a16="http://schemas.microsoft.com/office/drawing/2014/main" id="{E2B02EAC-0056-46F1-98B3-7FF32B22D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49" y="2251088"/>
            <a:ext cx="5297589" cy="665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4C94E9-6913-46C2-92EE-F55F4CB678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9843" y="889759"/>
            <a:ext cx="2054777" cy="382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b="1" dirty="0">
                <a:effectLst/>
              </a:rPr>
              <a:t>Nome do professor</a:t>
            </a:r>
            <a:br>
              <a:rPr lang="pt-BR" dirty="0"/>
            </a:br>
            <a:r>
              <a:rPr lang="pt-BR" dirty="0" err="1">
                <a:effectLst/>
              </a:rPr>
              <a:t>Subtitulo</a:t>
            </a:r>
            <a:endParaRPr lang="pt-BR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FCE7029-1E37-67BA-E6F4-3BF02388C98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421464" y="4461548"/>
            <a:ext cx="1021185" cy="189153"/>
          </a:xfrm>
          <a:prstGeom prst="rect">
            <a:avLst/>
          </a:prstGeom>
        </p:spPr>
      </p:pic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D5F97E14-FE67-65B1-B650-82933DE3F0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189" y="4098130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F2ACFE1E-2C7E-5BE0-5C90-0F83FCCE0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127" y="4465637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817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 si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2704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07124" y="-8029"/>
            <a:ext cx="5655524" cy="5148403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FB3F3376-BF93-45FF-BC07-89A57D962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15" y="2229014"/>
            <a:ext cx="7006028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Instrument Sans" pitchFamily="2" charset="0"/>
                <a:ea typeface="Instrument Sans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0A6F1B-6E88-568B-5088-24421B929D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5115" y="4388644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F0C5E8-C3BC-7738-0AF7-A1CA55EE00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56828" y="-8029"/>
            <a:ext cx="1895203" cy="12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2879480"/>
            <a:ext cx="3637324" cy="1905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04360" y="1752077"/>
            <a:ext cx="4147671" cy="3033226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F0F0F0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F0C5E8-C3BC-7738-0AF7-A1CA55EE00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8710" y="-8029"/>
            <a:ext cx="2320952" cy="1507922"/>
          </a:xfrm>
          <a:prstGeom prst="rect">
            <a:avLst/>
          </a:prstGeom>
        </p:spPr>
      </p:pic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0BC8D8CC-6F82-C77A-E7DD-BF23C9AABE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6250" y="1753396"/>
            <a:ext cx="3637324" cy="7835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3200" b="1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62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F0F0F0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F0C5E8-C3BC-7738-0AF7-A1CA55EE00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56828" y="-8029"/>
            <a:ext cx="1895203" cy="123131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DFFF6D2-92DD-8F86-5708-96FCD34B42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446996" y="3916582"/>
            <a:ext cx="1895203" cy="123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3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A2F221E-A9BB-3688-0482-1689C1D92395}"/>
              </a:ext>
            </a:extLst>
          </p:cNvPr>
          <p:cNvSpPr>
            <a:spLocks/>
          </p:cNvSpPr>
          <p:nvPr userDrawn="1"/>
        </p:nvSpPr>
        <p:spPr>
          <a:xfrm>
            <a:off x="4572000" y="1499893"/>
            <a:ext cx="4572000" cy="3640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51661" y="-8029"/>
            <a:ext cx="5655524" cy="5148403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7447541C-1647-E19E-5A7B-B9FD8F7219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1377" y="348794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886098"/>
            <a:ext cx="3061521" cy="22286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B31DB36-77CB-C16C-7F12-1CEBBE646C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0351" y="1886098"/>
            <a:ext cx="3061521" cy="2228603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B518B58-CF6D-4E44-14A5-66D7E1A758A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4578393" y="3855518"/>
            <a:ext cx="1982426" cy="128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7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9418" y="0"/>
            <a:ext cx="5655524" cy="5148403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75207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8E647305-ACFA-8BC1-4882-422F36B84C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856" y="329695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91847" y="1752077"/>
            <a:ext cx="3637324" cy="1367642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15E4A130-A0B9-9E1B-FA46-E65ECF3AE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1847" y="3296957"/>
            <a:ext cx="3637324" cy="1367642"/>
          </a:xfrm>
          <a:prstGeom prst="rect">
            <a:avLst/>
          </a:prstGeom>
          <a:solidFill>
            <a:srgbClr val="27045D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3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68856A14-F2B9-B7A0-01D1-318A533E76EE}"/>
              </a:ext>
            </a:extLst>
          </p:cNvPr>
          <p:cNvSpPr/>
          <p:nvPr userDrawn="1"/>
        </p:nvSpPr>
        <p:spPr>
          <a:xfrm>
            <a:off x="3238500" y="0"/>
            <a:ext cx="5905500" cy="5143500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 dirty="0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17" name="Image 10" descr="preencoded.png">
            <a:extLst>
              <a:ext uri="{FF2B5EF4-FFF2-40B4-BE49-F238E27FC236}">
                <a16:creationId xmlns:a16="http://schemas.microsoft.com/office/drawing/2014/main" id="{6DA5AA13-2B57-0D20-D3A1-145DAF16F9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758C0163-8743-9E58-8BF7-889FE882271B}"/>
              </a:ext>
            </a:extLst>
          </p:cNvPr>
          <p:cNvSpPr/>
          <p:nvPr userDrawn="1"/>
        </p:nvSpPr>
        <p:spPr>
          <a:xfrm>
            <a:off x="476250" y="1624013"/>
            <a:ext cx="4395788" cy="1895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6EFA3461-B667-4002-A0B7-8D07F4CEDA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7628" y="1650206"/>
            <a:ext cx="4545777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8F397A-A6BC-44C7-843E-510DBC422F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6660" y="4287838"/>
            <a:ext cx="104465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balta.io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050127-EB54-A39B-79FD-C558F535A4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36661" y="435685"/>
            <a:ext cx="1021182" cy="18915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86CB567-61AD-58E1-3365-2391D3EEE84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5096" y="0"/>
            <a:ext cx="3317669" cy="51435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1479E13-C76D-6EFF-12B6-E7BD29F934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75096" y="1"/>
            <a:ext cx="3317668" cy="51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3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 simples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D873A800-B207-C39F-2028-E7461C1EAC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484791" y="0"/>
            <a:ext cx="4659209" cy="5143499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CBADF311-5970-EF41-EFC9-7938D08D479A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solidFill>
                <a:schemeClr val="bg1"/>
              </a:solidFill>
              <a:latin typeface="Switzer" pitchFamily="50" charset="0"/>
            </a:endParaRPr>
          </a:p>
        </p:txBody>
      </p:sp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5F05748F-9677-413E-E4D5-FCE083F6EA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C745407D-3246-4352-B171-6EEC95FDC7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24375" y="-3914"/>
            <a:ext cx="4619625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C252A1A0-5105-4928-9990-10851F8745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329" y="4283673"/>
            <a:ext cx="100584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Janeiro, 2026</a:t>
            </a:r>
            <a:br>
              <a:rPr lang="pt-BR"/>
            </a:br>
            <a:r>
              <a:rPr lang="pt-BR">
                <a:effectLst/>
              </a:rPr>
              <a:t>balta.io</a:t>
            </a:r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D8D5C4F-C14D-6E15-4B7D-0BD2B073E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14050" y="435685"/>
            <a:ext cx="1021182" cy="189152"/>
          </a:xfrm>
          <a:prstGeom prst="rect">
            <a:avLst/>
          </a:prstGeom>
        </p:spPr>
      </p:pic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DCE6DE0D-B948-31B9-A08F-17D795CB6E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050" y="1650206"/>
            <a:ext cx="3703455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/>
              <a:t>TÍTULO PURO COM UMA FRASE GRANDE</a:t>
            </a:r>
          </a:p>
        </p:txBody>
      </p:sp>
    </p:spTree>
    <p:extLst>
      <p:ext uri="{BB962C8B-B14F-4D97-AF65-F5344CB8AC3E}">
        <p14:creationId xmlns:p14="http://schemas.microsoft.com/office/powerpoint/2010/main" val="281391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complex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F24D120-0006-A86D-41A3-164FBFFD3ACB}"/>
              </a:ext>
            </a:extLst>
          </p:cNvPr>
          <p:cNvSpPr/>
          <p:nvPr userDrawn="1"/>
        </p:nvSpPr>
        <p:spPr>
          <a:xfrm>
            <a:off x="4524375" y="3991177"/>
            <a:ext cx="4631928" cy="1152323"/>
          </a:xfrm>
          <a:prstGeom prst="rect">
            <a:avLst/>
          </a:prstGeom>
          <a:solidFill>
            <a:srgbClr val="2704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9311555-94DD-4916-ADF3-AF4F4AE37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24965" y="0"/>
            <a:ext cx="4619625" cy="396854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73AD6D20-5787-7AB0-7039-D38419785707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D35F7C1-C3AC-44E2-93FE-355FBF9D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812" y="2816226"/>
            <a:ext cx="3453019" cy="868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LOREM IPSUM DOLOR SIT AMET, CONSECTETUR ADIPISCING ELIT.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77231C13-866D-4988-87E4-DC9BF4BEF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813" y="4240213"/>
            <a:ext cx="1311275" cy="5699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balta.io</a:t>
            </a:r>
            <a:endParaRPr lang="pt-BR" dirty="0"/>
          </a:p>
        </p:txBody>
      </p:sp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5861B274-4180-76F6-C839-1D2C20163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814" y="738827"/>
            <a:ext cx="3453020" cy="15218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strike="noStrike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96E21E-FCC4-6629-78B6-B190FC1CF7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8002" y="4472761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2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ítulo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99C6EE15-6EE5-3AE2-E89F-0D784FED2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380526E9-DCFB-ED64-A9C0-8175E92C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49580" y="152400"/>
            <a:ext cx="163154" cy="188452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211AA16-46D8-C476-9652-0425DF96B3C0}"/>
              </a:ext>
            </a:extLst>
          </p:cNvPr>
          <p:cNvSpPr/>
          <p:nvPr userDrawn="1"/>
        </p:nvSpPr>
        <p:spPr>
          <a:xfrm>
            <a:off x="3238500" y="2295525"/>
            <a:ext cx="31623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CFF1B8-9507-4011-9D70-556989210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650" y="2295525"/>
            <a:ext cx="5136084" cy="547688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 PÁGINA</a:t>
            </a:r>
          </a:p>
        </p:txBody>
      </p:sp>
      <p:sp>
        <p:nvSpPr>
          <p:cNvPr id="13" name="Espaço Reservado para Texto 3">
            <a:extLst>
              <a:ext uri="{FF2B5EF4-FFF2-40B4-BE49-F238E27FC236}">
                <a16:creationId xmlns:a16="http://schemas.microsoft.com/office/drawing/2014/main" id="{3EC6AB6D-B2C1-4485-9FAE-D2C9B0F34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9F83F3E2-9828-C8CE-54AF-B4F5385F18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FD4AC42-0DF5-80EF-A919-8778FF40F0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flipH="1">
            <a:off x="0" y="-2381"/>
            <a:ext cx="29813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3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7746FF"/>
              </a:solidFill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91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9916" y="283109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3555FD-ED80-E537-DA82-DCDD6A03E2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9051" y="478272"/>
            <a:ext cx="3753695" cy="4675908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9580" y="152400"/>
            <a:ext cx="163153" cy="188451"/>
          </a:xfrm>
          <a:prstGeom prst="rect">
            <a:avLst/>
          </a:prstGeom>
        </p:spPr>
      </p:pic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1B648298-39E4-EBBE-65C4-500B9895D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650" y="1714501"/>
            <a:ext cx="2459038" cy="1493838"/>
          </a:xfrm>
          <a:prstGeom prst="rect">
            <a:avLst/>
          </a:prstGeom>
        </p:spPr>
        <p:txBody>
          <a:bodyPr/>
          <a:lstStyle>
            <a:lvl1pPr algn="ctr">
              <a:buNone/>
              <a:defRPr sz="13800" b="1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590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bertura detalhada (título + subtítulo + nume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8C5E4827-D307-8F0F-8D87-B508703C06A6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66F9B40-1BF1-7AAA-FE76-E1F8CB379A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6930" y="0"/>
            <a:ext cx="5650139" cy="5143499"/>
          </a:xfrm>
          <a:prstGeom prst="rect">
            <a:avLst/>
          </a:prstGeom>
        </p:spPr>
      </p:pic>
      <p:pic>
        <p:nvPicPr>
          <p:cNvPr id="14" name="Image 2">
            <a:extLst>
              <a:ext uri="{FF2B5EF4-FFF2-40B4-BE49-F238E27FC236}">
                <a16:creationId xmlns:a16="http://schemas.microsoft.com/office/drawing/2014/main" id="{6E84C666-1882-E570-4F34-BE827462D5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4" y="152400"/>
            <a:ext cx="163153" cy="188451"/>
          </a:xfrm>
          <a:prstGeom prst="rect">
            <a:avLst/>
          </a:prstGeom>
        </p:spPr>
      </p:pic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B6166A3F-8F9E-44EF-96FF-93D956047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3049" y="151939"/>
            <a:ext cx="1744919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0C73AE66-6A5D-4784-90B5-D4534455A3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365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10F8CF-37B4-67B2-1F7A-90B195DC2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1365" y="21796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7B8937A2-F71D-8B9F-7A40-3545235B65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1365" y="3002540"/>
            <a:ext cx="3413689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BF451D-05D2-0FEA-E1DC-DDDB3ADE6E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8450" y="1697841"/>
            <a:ext cx="3406604" cy="3377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407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6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39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67366" y="283744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03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49580" y="152400"/>
            <a:ext cx="163154" cy="188452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C7515A-E8FA-3667-A073-22F2B18FA2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67366" y="1651263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  <p:sp>
        <p:nvSpPr>
          <p:cNvPr id="6" name="Espaço Reservado para Imagem 10">
            <a:extLst>
              <a:ext uri="{FF2B5EF4-FFF2-40B4-BE49-F238E27FC236}">
                <a16:creationId xmlns:a16="http://schemas.microsoft.com/office/drawing/2014/main" id="{7834807C-8A9E-CA69-6BE1-34B2DA72DC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6901" y="0"/>
            <a:ext cx="3467690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4BB7D30-C639-EBD4-0AC7-D712D2D4F2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9051" y="478272"/>
            <a:ext cx="3753695" cy="467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1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9D4A3A0E-753A-06BB-011E-99BB0ADB6783}"/>
              </a:ext>
            </a:extLst>
          </p:cNvPr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97A1E3-3902-DCD9-46DB-D56289042F64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746929" y="0"/>
            <a:ext cx="5650140" cy="5143499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5CEEFC38-932A-E680-EE67-257B0D980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DE2788D-0368-4160-7773-F3F019CAD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914400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E86B5EB2-B2FC-419C-A833-1FD4913F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85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21" name="Espaço Reservado para Texto 11">
            <a:extLst>
              <a:ext uri="{FF2B5EF4-FFF2-40B4-BE49-F238E27FC236}">
                <a16:creationId xmlns:a16="http://schemas.microsoft.com/office/drawing/2014/main" id="{717C13EE-9149-4B12-8B60-07A33D682D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8BC669B0-26B4-467E-BCCA-20D10B672F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9" name="Espaço Reservado para Texto 3">
            <a:extLst>
              <a:ext uri="{FF2B5EF4-FFF2-40B4-BE49-F238E27FC236}">
                <a16:creationId xmlns:a16="http://schemas.microsoft.com/office/drawing/2014/main" id="{76EC200F-AF4F-49F2-86E2-AE43A1919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663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+ 2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E0E807AC-BE46-9CFD-6690-52CF02CD2DC2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  <a:latin typeface="Switzer" pitchFamily="50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7D6C4A3-7CEF-30AE-9ACE-028E083D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87526" y="11410"/>
            <a:ext cx="5616573" cy="5112943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2321B311-C74F-D4BC-B78F-23050E42A91A}"/>
              </a:ext>
            </a:extLst>
          </p:cNvPr>
          <p:cNvSpPr/>
          <p:nvPr userDrawn="1"/>
        </p:nvSpPr>
        <p:spPr>
          <a:xfrm>
            <a:off x="523875" y="1547813"/>
            <a:ext cx="4070350" cy="3119438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E78619A9-F2A0-6904-5EC7-76A72726A562}"/>
              </a:ext>
            </a:extLst>
          </p:cNvPr>
          <p:cNvSpPr/>
          <p:nvPr userDrawn="1"/>
        </p:nvSpPr>
        <p:spPr>
          <a:xfrm>
            <a:off x="4594225" y="1547813"/>
            <a:ext cx="4073525" cy="3119438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solidFill>
                <a:srgbClr val="7746FF"/>
              </a:solidFill>
              <a:latin typeface="Switzer" pitchFamily="50" charset="0"/>
            </a:endParaRPr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81804597-F7C8-12ED-B078-4312570A49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035D7980-4DFE-0503-DAFC-87F22EFC5CAA}"/>
              </a:ext>
            </a:extLst>
          </p:cNvPr>
          <p:cNvSpPr/>
          <p:nvPr userDrawn="1"/>
        </p:nvSpPr>
        <p:spPr>
          <a:xfrm>
            <a:off x="5967412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3F47153-4A48-2CD1-A55B-698B1EE8406B}"/>
              </a:ext>
            </a:extLst>
          </p:cNvPr>
          <p:cNvSpPr/>
          <p:nvPr userDrawn="1"/>
        </p:nvSpPr>
        <p:spPr>
          <a:xfrm>
            <a:off x="5836920" y="3889193"/>
            <a:ext cx="2592705" cy="538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1" indent="0" algn="r">
              <a:lnSpc>
                <a:spcPct val="120000"/>
              </a:lnSpc>
              <a:buNone/>
            </a:pPr>
            <a:endParaRPr lang="en-US" sz="5880" b="1">
              <a:solidFill>
                <a:srgbClr val="161616">
                  <a:alpha val="99000"/>
                </a:srgbClr>
              </a:solidFill>
              <a:latin typeface="Reddit Sans" pitchFamily="2" charset="0"/>
              <a:ea typeface="Reddit Sans" pitchFamily="2" charset="0"/>
              <a:cs typeface="Reddit Sans Condensed" pitchFamily="34" charset="-12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60925FC-2A44-E4DA-7ABB-ABDD404A16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568E0702-17F8-415F-96A9-6BF354A95C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899" y="3958751"/>
            <a:ext cx="3552825" cy="4492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C28C734F-E2C6-4C08-A957-4D3869C539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9771" y="3650533"/>
            <a:ext cx="2574607" cy="668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5" name="Espaço Reservado para Texto 11">
            <a:extLst>
              <a:ext uri="{FF2B5EF4-FFF2-40B4-BE49-F238E27FC236}">
                <a16:creationId xmlns:a16="http://schemas.microsoft.com/office/drawing/2014/main" id="{687F4F63-8BD6-44AF-839A-E2353886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4375" y="1918019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FAA5A924-C1E0-4FD9-82A3-1A1885A4EE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5011" y="1886098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EE992B8B-558A-4E64-AD70-85A12DF5AD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0395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19AA38E9-E04B-4A86-84F3-6F71197B18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3451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71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3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E257053-5179-E399-1A7D-1FDA10BE612E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77319F-1566-BC50-A3E9-5F3900267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50259" y="-6241"/>
            <a:ext cx="5656996" cy="514974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A8F7CEDB-73C2-7A1B-F931-5543D61B7408}"/>
              </a:ext>
            </a:extLst>
          </p:cNvPr>
          <p:cNvSpPr/>
          <p:nvPr userDrawn="1"/>
        </p:nvSpPr>
        <p:spPr>
          <a:xfrm>
            <a:off x="6064023" y="1547813"/>
            <a:ext cx="2667000" cy="3119438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9DA98C9C-B140-87AC-FB15-21E3FC80D814}"/>
              </a:ext>
            </a:extLst>
          </p:cNvPr>
          <p:cNvSpPr/>
          <p:nvPr userDrawn="1"/>
        </p:nvSpPr>
        <p:spPr>
          <a:xfrm>
            <a:off x="476250" y="1547813"/>
            <a:ext cx="2667000" cy="3119438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82903640-FDE8-E0AC-8675-2A3C16215F42}"/>
              </a:ext>
            </a:extLst>
          </p:cNvPr>
          <p:cNvSpPr/>
          <p:nvPr userDrawn="1"/>
        </p:nvSpPr>
        <p:spPr>
          <a:xfrm>
            <a:off x="3238500" y="1547813"/>
            <a:ext cx="2667000" cy="3119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610537-95DD-070D-6155-0D5C17FF3E9F}"/>
              </a:ext>
            </a:extLst>
          </p:cNvPr>
          <p:cNvSpPr/>
          <p:nvPr userDrawn="1"/>
        </p:nvSpPr>
        <p:spPr>
          <a:xfrm>
            <a:off x="6000750" y="1547813"/>
            <a:ext cx="2667000" cy="3119438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7B2A3FDF-6C59-77FE-4C15-300929724C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FC98BA48-6485-0277-935F-438F940CE733}"/>
              </a:ext>
            </a:extLst>
          </p:cNvPr>
          <p:cNvSpPr/>
          <p:nvPr userDrawn="1"/>
        </p:nvSpPr>
        <p:spPr>
          <a:xfrm>
            <a:off x="347662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FBAB12A-7441-F310-AC3B-884B366A9AE5}"/>
              </a:ext>
            </a:extLst>
          </p:cNvPr>
          <p:cNvSpPr/>
          <p:nvPr userDrawn="1"/>
        </p:nvSpPr>
        <p:spPr>
          <a:xfrm>
            <a:off x="71437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1D1A81B-9E42-747F-6B56-AE0B89A3B4E3}"/>
              </a:ext>
            </a:extLst>
          </p:cNvPr>
          <p:cNvSpPr/>
          <p:nvPr userDrawn="1"/>
        </p:nvSpPr>
        <p:spPr>
          <a:xfrm>
            <a:off x="714375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5860CE-51C3-77DF-9103-95F35010A5DF}"/>
              </a:ext>
            </a:extLst>
          </p:cNvPr>
          <p:cNvSpPr/>
          <p:nvPr userDrawn="1"/>
        </p:nvSpPr>
        <p:spPr>
          <a:xfrm>
            <a:off x="6238875" y="3690937"/>
            <a:ext cx="1147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1875">
              <a:latin typeface="Switzer" pitchFamily="50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5C642F0B-3789-4694-5EAA-598877E3D3B6}"/>
              </a:ext>
            </a:extLst>
          </p:cNvPr>
          <p:cNvSpPr/>
          <p:nvPr userDrawn="1"/>
        </p:nvSpPr>
        <p:spPr>
          <a:xfrm>
            <a:off x="6238875" y="4024313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E3B6B224-3CD0-4371-8025-7C946032B1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93257" y="3690938"/>
            <a:ext cx="2574607" cy="7775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4" name="Espaço Reservado para Texto 12">
            <a:extLst>
              <a:ext uri="{FF2B5EF4-FFF2-40B4-BE49-F238E27FC236}">
                <a16:creationId xmlns:a16="http://schemas.microsoft.com/office/drawing/2014/main" id="{CFE7973D-914D-4938-AA04-F370B58503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4370" y="4044960"/>
            <a:ext cx="2216142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5" name="Espaço Reservado para Texto 12">
            <a:extLst>
              <a:ext uri="{FF2B5EF4-FFF2-40B4-BE49-F238E27FC236}">
                <a16:creationId xmlns:a16="http://schemas.microsoft.com/office/drawing/2014/main" id="{A3D42FA1-D276-49D7-A857-7DBFDC5113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2890" y="3287847"/>
            <a:ext cx="2238374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C54C7329-C8F5-462D-AAD9-E4408B887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370" y="1809197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77757470-CF44-494A-9142-C99996B8B00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3287" y="1822502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78592258-807A-4867-8FAC-05095DB1A1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61652" y="3888913"/>
            <a:ext cx="2167973" cy="5795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57661382-54CC-4997-BB39-5134EF979F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E0B9623E-8EFB-4748-A08D-871F51A024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A52A154-A2CC-98BC-7457-AE6C9BD6C4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06803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 ou quadro comparativo lado a 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4822CFA0-7AFC-640A-0005-D90CA5C9843A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18" name="Imagem 17" descr="Imagem em preto e branco">
            <a:extLst>
              <a:ext uri="{FF2B5EF4-FFF2-40B4-BE49-F238E27FC236}">
                <a16:creationId xmlns:a16="http://schemas.microsoft.com/office/drawing/2014/main" id="{1252CCCB-57D2-8219-7FA1-CCFD3479A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 flipV="1">
            <a:off x="6041292" y="3383098"/>
            <a:ext cx="3102708" cy="176040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B295BB1-29E2-3DB2-CB46-0F0A459D58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46502" y="0"/>
            <a:ext cx="5650138" cy="5143497"/>
          </a:xfrm>
          <a:prstGeom prst="rect">
            <a:avLst/>
          </a:prstGeom>
        </p:spPr>
      </p:pic>
      <p:sp>
        <p:nvSpPr>
          <p:cNvPr id="20" name="Shape 0">
            <a:extLst>
              <a:ext uri="{FF2B5EF4-FFF2-40B4-BE49-F238E27FC236}">
                <a16:creationId xmlns:a16="http://schemas.microsoft.com/office/drawing/2014/main" id="{533E42B0-5B0E-11E0-D6C4-7BAEBDA4852A}"/>
              </a:ext>
            </a:extLst>
          </p:cNvPr>
          <p:cNvSpPr/>
          <p:nvPr userDrawn="1"/>
        </p:nvSpPr>
        <p:spPr>
          <a:xfrm>
            <a:off x="476250" y="476250"/>
            <a:ext cx="4048125" cy="4191000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41DA4BAF-3303-504E-9275-CAAF797C60D1}"/>
              </a:ext>
            </a:extLst>
          </p:cNvPr>
          <p:cNvSpPr/>
          <p:nvPr userDrawn="1"/>
        </p:nvSpPr>
        <p:spPr>
          <a:xfrm>
            <a:off x="4619625" y="476250"/>
            <a:ext cx="4048125" cy="4191000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1EE2EAD5-FF35-3418-34FE-4C4BFAE35A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5D9C36AF-B1E7-5E5E-65B8-0EC10DCCAAC3}"/>
              </a:ext>
            </a:extLst>
          </p:cNvPr>
          <p:cNvSpPr/>
          <p:nvPr userDrawn="1"/>
        </p:nvSpPr>
        <p:spPr>
          <a:xfrm>
            <a:off x="714375" y="4019550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C0513C9-67EC-F304-40A7-F265E3C6970F}"/>
              </a:ext>
            </a:extLst>
          </p:cNvPr>
          <p:cNvSpPr/>
          <p:nvPr userDrawn="1"/>
        </p:nvSpPr>
        <p:spPr>
          <a:xfrm>
            <a:off x="714375" y="714375"/>
            <a:ext cx="2905125" cy="309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3375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8C09DA7-A5A3-44B4-A650-589706CA4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631" y="664278"/>
            <a:ext cx="3545421" cy="624888"/>
          </a:xfrm>
          <a:prstGeom prst="rect">
            <a:avLst/>
          </a:prstGeom>
        </p:spPr>
        <p:txBody>
          <a:bodyPr/>
          <a:lstStyle>
            <a:lvl1pPr>
              <a:defRPr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/>
              <a:t>SUBTÍTULO</a:t>
            </a:r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80B63D51-99D4-4E34-8470-8FCF1CAE5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4375" y="3676524"/>
            <a:ext cx="2604164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5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FF97F9A8-CDFC-484A-B5AC-D5A852D1B25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1161" y="664278"/>
            <a:ext cx="2604164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5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5BDEB296-4421-4B82-9A7E-9ADEC29802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6857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0B23870F-C2C1-4056-BD12-0ECA7CFB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380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73BD54-EB95-42C2-B4A1-605BD9D295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81588" y="3842657"/>
            <a:ext cx="3348037" cy="637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81879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6" grpId="0"/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4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7E632CDA-EEFD-9365-F8FE-F16F3C71CEDA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6012F2-F541-8460-9908-B772C09787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7869" y="1711"/>
            <a:ext cx="5648260" cy="5141789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FE04395E-2C5D-58C6-D338-E9E953965A7A}"/>
              </a:ext>
            </a:extLst>
          </p:cNvPr>
          <p:cNvSpPr/>
          <p:nvPr userDrawn="1"/>
        </p:nvSpPr>
        <p:spPr>
          <a:xfrm>
            <a:off x="476250" y="1547813"/>
            <a:ext cx="1976438" cy="3119438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C2766F6-9328-F00B-5D1D-2655D14A8E8D}"/>
              </a:ext>
            </a:extLst>
          </p:cNvPr>
          <p:cNvSpPr/>
          <p:nvPr userDrawn="1"/>
        </p:nvSpPr>
        <p:spPr>
          <a:xfrm>
            <a:off x="2547938" y="1547813"/>
            <a:ext cx="1976438" cy="3119438"/>
          </a:xfrm>
          <a:prstGeom prst="rect">
            <a:avLst/>
          </a:prstGeom>
          <a:solidFill>
            <a:srgbClr val="59A5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97ACEB2-2FB4-0083-342D-99D05C87AB1F}"/>
              </a:ext>
            </a:extLst>
          </p:cNvPr>
          <p:cNvSpPr/>
          <p:nvPr userDrawn="1"/>
        </p:nvSpPr>
        <p:spPr>
          <a:xfrm>
            <a:off x="4619625" y="1547813"/>
            <a:ext cx="1976438" cy="3119438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3BCD83E-7B1F-D7E4-E151-8CBAD550AE5E}"/>
              </a:ext>
            </a:extLst>
          </p:cNvPr>
          <p:cNvSpPr/>
          <p:nvPr userDrawn="1"/>
        </p:nvSpPr>
        <p:spPr>
          <a:xfrm>
            <a:off x="6691313" y="1547813"/>
            <a:ext cx="1976438" cy="3119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D7F3EDFF-6170-0F40-408B-A65AFFF06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68E86ADE-7DE2-997F-EB8B-4F230604F4B9}"/>
              </a:ext>
            </a:extLst>
          </p:cNvPr>
          <p:cNvSpPr/>
          <p:nvPr userDrawn="1"/>
        </p:nvSpPr>
        <p:spPr>
          <a:xfrm>
            <a:off x="2786063" y="1785938"/>
            <a:ext cx="1543050" cy="785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E593B3A-1D25-B7E9-8D6F-319510520D15}"/>
              </a:ext>
            </a:extLst>
          </p:cNvPr>
          <p:cNvSpPr/>
          <p:nvPr userDrawn="1"/>
        </p:nvSpPr>
        <p:spPr>
          <a:xfrm>
            <a:off x="2786063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C9B99159-C702-46BA-EEC2-2B6C67A3D2A3}"/>
              </a:ext>
            </a:extLst>
          </p:cNvPr>
          <p:cNvSpPr/>
          <p:nvPr userDrawn="1"/>
        </p:nvSpPr>
        <p:spPr>
          <a:xfrm>
            <a:off x="6929438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E0FA65FC-29EF-D474-7C74-6761C8FA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251" y="1683408"/>
            <a:ext cx="1976437" cy="95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27" name="Espaço Reservado para Texto 7">
            <a:extLst>
              <a:ext uri="{FF2B5EF4-FFF2-40B4-BE49-F238E27FC236}">
                <a16:creationId xmlns:a16="http://schemas.microsoft.com/office/drawing/2014/main" id="{563F4E0B-77FA-F1A3-F717-EC9D423250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7938" y="4095931"/>
            <a:ext cx="1976438" cy="5046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0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12" name="Espaço Reservado para Texto 7">
            <a:extLst>
              <a:ext uri="{FF2B5EF4-FFF2-40B4-BE49-F238E27FC236}">
                <a16:creationId xmlns:a16="http://schemas.microsoft.com/office/drawing/2014/main" id="{C1ECFC1D-DEE7-A349-5718-DAF6146685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1313" y="4059522"/>
            <a:ext cx="1976437" cy="5058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BCA26286-65B8-4497-A86A-4276E77DD9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830" y="3448360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E1697267-5FF1-44E8-A77B-EC389DC66C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58886" y="1697931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77743D43-8B48-44D9-8BF1-79F349DAE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0924" y="3352800"/>
            <a:ext cx="1630836" cy="11020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3D3D3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4" name="Espaço Reservado para Texto 11">
            <a:extLst>
              <a:ext uri="{FF2B5EF4-FFF2-40B4-BE49-F238E27FC236}">
                <a16:creationId xmlns:a16="http://schemas.microsoft.com/office/drawing/2014/main" id="{13D08146-2E79-46B7-9984-405B891DAE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06329" y="1748474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3">
            <a:extLst>
              <a:ext uri="{FF2B5EF4-FFF2-40B4-BE49-F238E27FC236}">
                <a16:creationId xmlns:a16="http://schemas.microsoft.com/office/drawing/2014/main" id="{179D93B0-370E-4128-BA1C-9D9741F11E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87C11157-8EDC-4E14-92D5-0C05B8696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25469-3C9F-4A64-B83A-2FDC8236D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30763" y="1785938"/>
            <a:ext cx="1700212" cy="6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48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24641A9C-27DF-67A8-5C00-D9F27EB6A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78117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imagem com texto ao 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05AF364B-4589-9908-9093-BADFEF80784D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1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B18BBB13-BF2D-32A2-B39D-7628109696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1"/>
            <a:ext cx="5650139" cy="5143498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D9F742C8-FC85-6869-207B-4EC691A32280}"/>
              </a:ext>
            </a:extLst>
          </p:cNvPr>
          <p:cNvSpPr/>
          <p:nvPr userDrawn="1"/>
        </p:nvSpPr>
        <p:spPr>
          <a:xfrm>
            <a:off x="476250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F239BF7-2756-FD5C-D018-271E946F0C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BEAAA150-2D27-658C-BD16-4AACAB674EC7}"/>
              </a:ext>
            </a:extLst>
          </p:cNvPr>
          <p:cNvSpPr/>
          <p:nvPr userDrawn="1"/>
        </p:nvSpPr>
        <p:spPr>
          <a:xfrm>
            <a:off x="5310188" y="2619375"/>
            <a:ext cx="2285863" cy="711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DCD913B9-710C-8956-12AE-F9724A8C4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5679" y="1258509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B950AA01-4961-4D70-AA19-59BBF7211B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55679" y="2416629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58120B-D9CF-4F15-AB11-20DB3D2888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6250" y="476250"/>
            <a:ext cx="4048125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7BA26355-39BE-4935-9EF0-1CDAB642AF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21" name="Espaço Reservado para Texto 3">
            <a:extLst>
              <a:ext uri="{FF2B5EF4-FFF2-40B4-BE49-F238E27FC236}">
                <a16:creationId xmlns:a16="http://schemas.microsoft.com/office/drawing/2014/main" id="{96986794-4625-4090-9336-E4D9D3349D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462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imagem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1"/>
            <a:ext cx="5650139" cy="5143498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4619625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DF04695-03DB-C53D-E60F-45A5A954BD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239A63E-8F28-4C6B-9193-ECC52BFB3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899" y="454347"/>
            <a:ext cx="3651476" cy="1093466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0FA2AE6-B90D-488A-B45E-F523A4D74D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99" y="1727225"/>
            <a:ext cx="2656114" cy="914400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8396EB09-40C2-4D5B-BA31-6DAB1DD72D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748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B787D72-18B3-40A5-BB46-4AF8724A5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20537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Espaço Reservado para Imagem 2">
            <a:extLst>
              <a:ext uri="{FF2B5EF4-FFF2-40B4-BE49-F238E27FC236}">
                <a16:creationId xmlns:a16="http://schemas.microsoft.com/office/drawing/2014/main" id="{E2F859EF-B209-17A5-8F73-9ED39E159C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20284" y="493713"/>
            <a:ext cx="4031817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564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imagem em destaque com texto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33904E1-4AEC-4382-0FEE-158FD732488A}"/>
              </a:ext>
            </a:extLst>
          </p:cNvPr>
          <p:cNvSpPr>
            <a:spLocks/>
          </p:cNvSpPr>
          <p:nvPr userDrawn="1"/>
        </p:nvSpPr>
        <p:spPr>
          <a:xfrm>
            <a:off x="5087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EA06D2A6-4277-37D4-7D5B-9ED9C2CE47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343" b="18649"/>
          <a:stretch>
            <a:fillRect/>
          </a:stretch>
        </p:blipFill>
        <p:spPr>
          <a:xfrm>
            <a:off x="1014660" y="0"/>
            <a:ext cx="7114680" cy="3062288"/>
          </a:xfrm>
          <a:prstGeom prst="rect">
            <a:avLst/>
          </a:prstGeom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5836D336-D1D6-3C8B-DFD3-D5883C609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10800000">
            <a:off x="5861461" y="61543"/>
            <a:ext cx="3305040" cy="3008683"/>
          </a:xfrm>
          <a:prstGeom prst="rect">
            <a:avLst/>
          </a:prstGeom>
        </p:spPr>
      </p:pic>
      <p:pic>
        <p:nvPicPr>
          <p:cNvPr id="7" name="Image 2">
            <a:extLst>
              <a:ext uri="{FF2B5EF4-FFF2-40B4-BE49-F238E27FC236}">
                <a16:creationId xmlns:a16="http://schemas.microsoft.com/office/drawing/2014/main" id="{C651C26F-290B-66FF-4CBF-57A319A1DE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6200000">
            <a:off x="6240277" y="130027"/>
            <a:ext cx="3070227" cy="2794925"/>
          </a:xfrm>
          <a:prstGeom prst="rect">
            <a:avLst/>
          </a:prstGeom>
        </p:spPr>
      </p:pic>
      <p:pic>
        <p:nvPicPr>
          <p:cNvPr id="15" name="Image 2">
            <a:extLst>
              <a:ext uri="{FF2B5EF4-FFF2-40B4-BE49-F238E27FC236}">
                <a16:creationId xmlns:a16="http://schemas.microsoft.com/office/drawing/2014/main" id="{AC4C2ED7-FC29-2216-4FB4-F070C1632A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" y="-1"/>
            <a:ext cx="3305040" cy="300868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563EC32D-EAA1-156E-FA70-3BEC023011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flipH="1">
            <a:off x="2" y="49822"/>
            <a:ext cx="3305040" cy="3008682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369A1042-7FA6-D851-4BD3-0EE68DD59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A3024C7-62DC-08AF-D8E5-C8EF35445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896635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5B465A6A-7B0D-473F-96D9-BF743AFA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05042" y="3910233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A162F12B-BD52-4361-A6CF-07AAC10FA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4521" y="3924327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640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itação / frase de imp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8FCD2A64-E5C9-0859-B866-D14ED318D16A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2DA945D-5B24-E628-6D6F-AB0F2DC713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7620"/>
            <a:ext cx="3756663" cy="3132813"/>
          </a:xfrm>
          <a:prstGeom prst="rect">
            <a:avLst/>
          </a:prstGeom>
        </p:spPr>
      </p:pic>
      <p:pic>
        <p:nvPicPr>
          <p:cNvPr id="17" name="Image 2">
            <a:extLst>
              <a:ext uri="{FF2B5EF4-FFF2-40B4-BE49-F238E27FC236}">
                <a16:creationId xmlns:a16="http://schemas.microsoft.com/office/drawing/2014/main" id="{48CBCFA8-9968-A99C-25AC-A63D2D5A2D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0AE240A-38DA-1A55-3ABF-65D131F4F780}"/>
              </a:ext>
            </a:extLst>
          </p:cNvPr>
          <p:cNvSpPr/>
          <p:nvPr userDrawn="1"/>
        </p:nvSpPr>
        <p:spPr>
          <a:xfrm>
            <a:off x="3217067" y="2081212"/>
            <a:ext cx="2709863" cy="981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6B9CB0-BB7D-41FD-8A4C-A962EFCB57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7473" y="2163926"/>
            <a:ext cx="3829050" cy="1156961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27FEA9D-937D-45D0-BB2C-318DF8E103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74417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698C9BD6-F324-4735-8507-A767C8337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473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539E1BC-1F6A-BB93-867E-21CF9988D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3" y="2010686"/>
            <a:ext cx="3756663" cy="313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ase de impacto +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92FFFA6-F513-D74D-1C9A-B75304183F66}"/>
              </a:ext>
            </a:extLst>
          </p:cNvPr>
          <p:cNvSpPr>
            <a:spLocks/>
          </p:cNvSpPr>
          <p:nvPr userDrawn="1"/>
        </p:nvSpPr>
        <p:spPr>
          <a:xfrm>
            <a:off x="-1" y="-22738"/>
            <a:ext cx="9144001" cy="5166238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A89A00-940D-4B72-8954-CCF9966545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36195"/>
            <a:ext cx="3756663" cy="31328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FD427A2-8149-E67D-8F3E-5D4435C3C8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9528" y="2003488"/>
            <a:ext cx="3756663" cy="313281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10A21372-FE03-0D7A-C0B2-2929361D33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BE58402F-D1CB-427E-9D30-A49C1026B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4603" y="1835332"/>
            <a:ext cx="4040504" cy="1169126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097107F-865C-4040-8611-3D6B9880B5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163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37016321-5963-42DC-8AEA-958F0DEA27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26994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0CFE9C-BCE4-40B6-BA4F-337A168E3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41950" y="3149835"/>
            <a:ext cx="2265810" cy="5295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00"/>
              </a:lnSpc>
              <a:buNone/>
              <a:defRPr b="0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073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vídeo ou multimídi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7CB15615-5106-A4C8-C2F1-A815CBA99078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79608BD4-B969-16D2-0397-AB2D7C64E426}"/>
              </a:ext>
            </a:extLst>
          </p:cNvPr>
          <p:cNvSpPr/>
          <p:nvPr userDrawn="1"/>
        </p:nvSpPr>
        <p:spPr>
          <a:xfrm>
            <a:off x="476250" y="476250"/>
            <a:ext cx="5343525" cy="31194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EBDF53CD-A280-596C-06D3-DEE34C60C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58E6F9BB-AAAA-4EC4-9B61-71C66E39DC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2669" y="2781234"/>
            <a:ext cx="2695575" cy="81445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000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E68B8948-CAF5-4CA8-8169-1457BAB750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6250" y="476250"/>
            <a:ext cx="5343525" cy="31194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4E88446-7B4B-4D89-B709-9FA5E2179D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3437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25D7306C-4D05-4F45-BE03-5156BEB1B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038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21C3EA-17DB-25C0-5228-92FB9524CE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" y="4154063"/>
            <a:ext cx="9144000" cy="98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2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sta numerada ou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E166BB4C-E60F-2E92-92BD-B2E19AA1A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Instrument Sans" pitchFamily="2" charset="0"/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81B06F59-D39D-7680-CA9B-F1571C0A0394}"/>
              </a:ext>
            </a:extLst>
          </p:cNvPr>
          <p:cNvSpPr/>
          <p:nvPr userDrawn="1"/>
        </p:nvSpPr>
        <p:spPr>
          <a:xfrm rot="5400000">
            <a:off x="-1052512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8E048ABE-19C9-9FB0-BE21-F7BC21955FF6}"/>
              </a:ext>
            </a:extLst>
          </p:cNvPr>
          <p:cNvSpPr/>
          <p:nvPr userDrawn="1"/>
        </p:nvSpPr>
        <p:spPr>
          <a:xfrm rot="5400000">
            <a:off x="1019175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32BD0D3F-7988-C503-E3A2-A78B7EFF9111}"/>
              </a:ext>
            </a:extLst>
          </p:cNvPr>
          <p:cNvSpPr/>
          <p:nvPr userDrawn="1"/>
        </p:nvSpPr>
        <p:spPr>
          <a:xfrm rot="5400000">
            <a:off x="3090863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293CAD3-4C74-11EE-5D95-3DBE4A9164C5}"/>
              </a:ext>
            </a:extLst>
          </p:cNvPr>
          <p:cNvSpPr/>
          <p:nvPr userDrawn="1"/>
        </p:nvSpPr>
        <p:spPr>
          <a:xfrm rot="5400000">
            <a:off x="5162550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169B6EF9-C19C-8D81-3DCC-73C5B23FA7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28677359-CCD6-2864-39A7-B7ACA4E8B2CB}"/>
              </a:ext>
            </a:extLst>
          </p:cNvPr>
          <p:cNvSpPr/>
          <p:nvPr userDrawn="1"/>
        </p:nvSpPr>
        <p:spPr>
          <a:xfrm>
            <a:off x="714375" y="4238624"/>
            <a:ext cx="1452563" cy="610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8" name="Espaço Reservado para Texto 12">
            <a:extLst>
              <a:ext uri="{FF2B5EF4-FFF2-40B4-BE49-F238E27FC236}">
                <a16:creationId xmlns:a16="http://schemas.microsoft.com/office/drawing/2014/main" id="{EA435214-E780-CD1F-A1F1-05959ACCAC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1" y="555245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7DF9BFD5-2945-23A6-FACC-21439B82F5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51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1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25221EAF-A0E3-8400-527A-70DA3B8C8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90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2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92C63AAB-088D-4C13-8C16-D2E5603D6C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60687" y="4100196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3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DD510864-41C8-3956-B61B-9A97D9A7AC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32375" y="4100195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4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8AF21FE2-8D1B-46BE-88AC-2A91E2440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536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EC8F1DD8-2C21-4486-A0D5-4CF81D0CC0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13435" y="2222989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933EAD67-615E-491E-B75E-DAF3061A62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5122" y="2222988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1FCA6853-9023-42EB-8E57-35153DD99D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56810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3">
            <a:extLst>
              <a:ext uri="{FF2B5EF4-FFF2-40B4-BE49-F238E27FC236}">
                <a16:creationId xmlns:a16="http://schemas.microsoft.com/office/drawing/2014/main" id="{899F8D77-0E3E-4EAA-9B9C-E6189CD4CB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0806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4" name="Espaço Reservado para Texto 3">
            <a:extLst>
              <a:ext uri="{FF2B5EF4-FFF2-40B4-BE49-F238E27FC236}">
                <a16:creationId xmlns:a16="http://schemas.microsoft.com/office/drawing/2014/main" id="{E2983CDA-B9DE-4904-8098-BC02B15D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0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78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 com agradecimento e cont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F1AAC7F2-8627-58F1-A352-0484FBEB68EB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420600C2-FFE4-0A53-2915-DFDFE569666D}"/>
              </a:ext>
            </a:extLst>
          </p:cNvPr>
          <p:cNvSpPr/>
          <p:nvPr userDrawn="1"/>
        </p:nvSpPr>
        <p:spPr>
          <a:xfrm>
            <a:off x="476250" y="4024313"/>
            <a:ext cx="2667000" cy="2857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096C130-6F66-2770-89B3-9259DA1DC4D1}"/>
              </a:ext>
            </a:extLst>
          </p:cNvPr>
          <p:cNvSpPr/>
          <p:nvPr userDrawn="1"/>
        </p:nvSpPr>
        <p:spPr>
          <a:xfrm>
            <a:off x="476250" y="4381500"/>
            <a:ext cx="2667000" cy="2857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A84BA7F-E1C2-2F3B-02AB-543066873C90}"/>
              </a:ext>
            </a:extLst>
          </p:cNvPr>
          <p:cNvSpPr/>
          <p:nvPr userDrawn="1"/>
        </p:nvSpPr>
        <p:spPr>
          <a:xfrm>
            <a:off x="476250" y="4024313"/>
            <a:ext cx="285750" cy="285750"/>
          </a:xfrm>
          <a:prstGeom prst="ellipse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83909A6-078F-93DC-9E36-D1ED008F953E}"/>
              </a:ext>
            </a:extLst>
          </p:cNvPr>
          <p:cNvSpPr/>
          <p:nvPr userDrawn="1"/>
        </p:nvSpPr>
        <p:spPr>
          <a:xfrm>
            <a:off x="476250" y="4381500"/>
            <a:ext cx="285750" cy="285750"/>
          </a:xfrm>
          <a:prstGeom prst="ellipse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7C08A5F-5C88-597E-616F-4842B97BC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925" y="4090987"/>
            <a:ext cx="152400" cy="1524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B07A36D-28B7-B7E4-8055-53491CFECC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2925" y="4448175"/>
            <a:ext cx="152400" cy="152400"/>
          </a:xfrm>
          <a:prstGeom prst="rect">
            <a:avLst/>
          </a:prstGeom>
        </p:spPr>
      </p:pic>
      <p:pic>
        <p:nvPicPr>
          <p:cNvPr id="12" name="Image 2">
            <a:extLst>
              <a:ext uri="{FF2B5EF4-FFF2-40B4-BE49-F238E27FC236}">
                <a16:creationId xmlns:a16="http://schemas.microsoft.com/office/drawing/2014/main" id="{856D5F3C-7F22-CC27-22DF-BD1F5DA5B7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76250" y="476250"/>
            <a:ext cx="1219200" cy="1219200"/>
          </a:xfrm>
          <a:prstGeom prst="ellipse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529D7B6-3545-2E0A-228F-C2899C98B7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66921" y="4663429"/>
            <a:ext cx="914400" cy="98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900B6C1B-E16A-A6E1-2279-38ECF1A4D6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10455" y="4664122"/>
            <a:ext cx="914400" cy="11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4427D15B-F2D4-E17A-CCB6-E8061B828C43}"/>
              </a:ext>
            </a:extLst>
          </p:cNvPr>
          <p:cNvSpPr/>
          <p:nvPr userDrawn="1"/>
        </p:nvSpPr>
        <p:spPr>
          <a:xfrm>
            <a:off x="476250" y="3186113"/>
            <a:ext cx="558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70436077-AB7F-FC9A-9ADF-37EE80150606}"/>
              </a:ext>
            </a:extLst>
          </p:cNvPr>
          <p:cNvSpPr/>
          <p:nvPr userDrawn="1"/>
        </p:nvSpPr>
        <p:spPr>
          <a:xfrm>
            <a:off x="1881187" y="919162"/>
            <a:ext cx="2982106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200" dirty="0">
              <a:latin typeface="Switzer" pitchFamily="50" charset="0"/>
            </a:endParaRPr>
          </a:p>
        </p:txBody>
      </p:sp>
      <p:sp>
        <p:nvSpPr>
          <p:cNvPr id="30" name="Espaço Reservado para Texto 17">
            <a:extLst>
              <a:ext uri="{FF2B5EF4-FFF2-40B4-BE49-F238E27FC236}">
                <a16:creationId xmlns:a16="http://schemas.microsoft.com/office/drawing/2014/main" id="{E2B02EAC-0056-46F1-98B3-7FF32B22D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49" y="2251088"/>
            <a:ext cx="5297589" cy="665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4C94E9-6913-46C2-92EE-F55F4CB678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9843" y="889759"/>
            <a:ext cx="2054777" cy="382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b="1" dirty="0">
                <a:effectLst/>
              </a:rPr>
              <a:t>Nome do professor</a:t>
            </a:r>
            <a:br>
              <a:rPr lang="pt-BR" dirty="0"/>
            </a:br>
            <a:r>
              <a:rPr lang="pt-BR" dirty="0" err="1">
                <a:effectLst/>
              </a:rPr>
              <a:t>Subtitulo</a:t>
            </a:r>
            <a:endParaRPr lang="pt-BR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FCE7029-1E37-67BA-E6F4-3BF02388C98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421464" y="4461548"/>
            <a:ext cx="1021185" cy="189153"/>
          </a:xfrm>
          <a:prstGeom prst="rect">
            <a:avLst/>
          </a:prstGeom>
        </p:spPr>
      </p:pic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D5F97E14-FE67-65B1-B650-82933DE3F0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189" y="4098130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F2ACFE1E-2C7E-5BE0-5C90-0F83FCCE0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127" y="4465637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AA8155-28F8-9DFF-C388-AF4B0B02D92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5828130" y="1"/>
            <a:ext cx="3317668" cy="51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6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 si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Instrument Sans" pitchFamily="2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07124" y="-8028"/>
            <a:ext cx="5655524" cy="5148400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FB3F3376-BF93-45FF-BC07-89A57D962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15" y="2229014"/>
            <a:ext cx="6971194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Instrument Sans" pitchFamily="2" charset="0"/>
                <a:ea typeface="Instrument Sans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0A6F1B-6E88-568B-5088-24421B929D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5115" y="4388644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7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7D1AB9B-9522-B157-B26A-F9714632C1D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48711" y="-8029"/>
            <a:ext cx="2320949" cy="15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9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2879480"/>
            <a:ext cx="3637324" cy="1905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04360" y="1752077"/>
            <a:ext cx="4147671" cy="3033226"/>
          </a:xfrm>
          <a:prstGeom prst="rect">
            <a:avLst/>
          </a:prstGeom>
          <a:solidFill>
            <a:srgbClr val="7746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F0C5E8-C3BC-7738-0AF7-A1CA55EE00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48711" y="-8029"/>
            <a:ext cx="2320949" cy="1507922"/>
          </a:xfrm>
          <a:prstGeom prst="rect">
            <a:avLst/>
          </a:prstGeom>
        </p:spPr>
      </p:pic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0BC8D8CC-6F82-C77A-E7DD-BF23C9AABE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6250" y="1753396"/>
            <a:ext cx="3637324" cy="7835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3200" b="1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0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rgbClr val="7746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F0F0F0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912C039-50F6-7957-4A4D-5C9E1C8558E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48711" y="-8029"/>
            <a:ext cx="2320949" cy="15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3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7746FF"/>
              </a:solidFill>
              <a:latin typeface="Switzer" pitchFamily="50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A2F221E-A9BB-3688-0482-1689C1D92395}"/>
              </a:ext>
            </a:extLst>
          </p:cNvPr>
          <p:cNvSpPr>
            <a:spLocks/>
          </p:cNvSpPr>
          <p:nvPr userDrawn="1"/>
        </p:nvSpPr>
        <p:spPr>
          <a:xfrm>
            <a:off x="4572000" y="1499893"/>
            <a:ext cx="4572000" cy="3640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51661" y="-8028"/>
            <a:ext cx="5655524" cy="5148400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7447541C-1647-E19E-5A7B-B9FD8F7219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1377" y="348794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886098"/>
            <a:ext cx="3061521" cy="22286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B31DB36-77CB-C16C-7F12-1CEBBE646C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0351" y="1886098"/>
            <a:ext cx="3061521" cy="2228603"/>
          </a:xfrm>
          <a:prstGeom prst="rect">
            <a:avLst/>
          </a:prstGeom>
          <a:solidFill>
            <a:srgbClr val="7746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ABFACD-7D8D-2A6C-9924-2C4575E48DF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10800000">
            <a:off x="4572000" y="3825431"/>
            <a:ext cx="2023768" cy="131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6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9418" y="1"/>
            <a:ext cx="5655524" cy="5148400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>
                    <a:lumMod val="95000"/>
                  </a:schemeClr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75207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8E647305-ACFA-8BC1-4882-422F36B84C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856" y="329695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91847" y="1752077"/>
            <a:ext cx="3637324" cy="1367642"/>
          </a:xfrm>
          <a:prstGeom prst="rect">
            <a:avLst/>
          </a:prstGeom>
          <a:solidFill>
            <a:srgbClr val="7746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15E4A130-A0B9-9E1B-FA46-E65ECF3AE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1847" y="3296957"/>
            <a:ext cx="3637324" cy="1367642"/>
          </a:xfrm>
          <a:prstGeom prst="rect">
            <a:avLst/>
          </a:prstGeom>
          <a:solidFill>
            <a:srgbClr val="7746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chemeClr val="bg1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20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68856A14-F2B9-B7A0-01D1-318A533E76EE}"/>
              </a:ext>
            </a:extLst>
          </p:cNvPr>
          <p:cNvSpPr/>
          <p:nvPr userDrawn="1"/>
        </p:nvSpPr>
        <p:spPr>
          <a:xfrm>
            <a:off x="3238500" y="0"/>
            <a:ext cx="5905500" cy="5143500"/>
          </a:xfrm>
          <a:prstGeom prst="rect">
            <a:avLst/>
          </a:prstGeom>
          <a:solidFill>
            <a:srgbClr val="39A7FF"/>
          </a:solidFill>
          <a:ln/>
        </p:spPr>
        <p:txBody>
          <a:bodyPr/>
          <a:lstStyle/>
          <a:p>
            <a:endParaRPr lang="pt-BR" dirty="0">
              <a:solidFill>
                <a:srgbClr val="CACACA"/>
              </a:solidFill>
              <a:latin typeface="Switzer" pitchFamily="50" charset="0"/>
            </a:endParaRPr>
          </a:p>
        </p:txBody>
      </p:sp>
      <p:pic>
        <p:nvPicPr>
          <p:cNvPr id="17" name="Image 10" descr="preencoded.png">
            <a:extLst>
              <a:ext uri="{FF2B5EF4-FFF2-40B4-BE49-F238E27FC236}">
                <a16:creationId xmlns:a16="http://schemas.microsoft.com/office/drawing/2014/main" id="{6DA5AA13-2B57-0D20-D3A1-145DAF16F9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758C0163-8743-9E58-8BF7-889FE882271B}"/>
              </a:ext>
            </a:extLst>
          </p:cNvPr>
          <p:cNvSpPr/>
          <p:nvPr userDrawn="1"/>
        </p:nvSpPr>
        <p:spPr>
          <a:xfrm>
            <a:off x="476250" y="1624013"/>
            <a:ext cx="4395788" cy="1895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6EFA3461-B667-4002-A0B7-8D07F4CEDA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97628" y="1650206"/>
            <a:ext cx="4545777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8F397A-A6BC-44C7-843E-510DBC422F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6660" y="4287838"/>
            <a:ext cx="104465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balta.io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050127-EB54-A39B-79FD-C558F535A4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36661" y="435685"/>
            <a:ext cx="1021182" cy="18915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86CB567-61AD-58E1-3365-2391D3EEE84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75096" y="0"/>
            <a:ext cx="33176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imples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D873A800-B207-C39F-2028-E7461C1EAC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484791" y="0"/>
            <a:ext cx="4659209" cy="5143499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CBADF311-5970-EF41-EFC9-7938D08D479A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rgbClr val="39A7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5F05748F-9677-413E-E4D5-FCE083F6EA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60816" y="624737"/>
            <a:ext cx="914400" cy="101"/>
          </a:xfrm>
          <a:prstGeom prst="rect">
            <a:avLst/>
          </a:prstGeom>
        </p:spPr>
      </p:pic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C745407D-3246-4352-B171-6EEC95FDC7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24375" y="-3914"/>
            <a:ext cx="4619625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C252A1A0-5105-4928-9990-10851F8745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329" y="4283673"/>
            <a:ext cx="1005840" cy="4264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Janeiro, 2026</a:t>
            </a:r>
            <a:br>
              <a:rPr lang="pt-BR"/>
            </a:br>
            <a:r>
              <a:rPr lang="pt-BR">
                <a:effectLst/>
              </a:rPr>
              <a:t>balta.io</a:t>
            </a:r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D8D5C4F-C14D-6E15-4B7D-0BD2B073E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14050" y="435685"/>
            <a:ext cx="1021182" cy="189153"/>
          </a:xfrm>
          <a:prstGeom prst="rect">
            <a:avLst/>
          </a:prstGeom>
        </p:spPr>
      </p:pic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DCE6DE0D-B948-31B9-A08F-17D795CB6E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050" y="1650206"/>
            <a:ext cx="3703455" cy="18430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/>
              <a:t>TÍTULO PURO COM UMA FRASE GRANDE</a:t>
            </a:r>
          </a:p>
        </p:txBody>
      </p:sp>
    </p:spTree>
    <p:extLst>
      <p:ext uri="{BB962C8B-B14F-4D97-AF65-F5344CB8AC3E}">
        <p14:creationId xmlns:p14="http://schemas.microsoft.com/office/powerpoint/2010/main" val="2935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 complex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F24D120-0006-A86D-41A3-164FBFFD3ACB}"/>
              </a:ext>
            </a:extLst>
          </p:cNvPr>
          <p:cNvSpPr/>
          <p:nvPr userDrawn="1"/>
        </p:nvSpPr>
        <p:spPr>
          <a:xfrm>
            <a:off x="4524375" y="3991177"/>
            <a:ext cx="4631928" cy="1152323"/>
          </a:xfrm>
          <a:prstGeom prst="rect">
            <a:avLst/>
          </a:prstGeom>
          <a:solidFill>
            <a:srgbClr val="774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79311555-94DD-4916-ADF3-AF4F4AE37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24965" y="0"/>
            <a:ext cx="4619625" cy="396854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73AD6D20-5787-7AB0-7039-D38419785707}"/>
              </a:ext>
            </a:extLst>
          </p:cNvPr>
          <p:cNvSpPr/>
          <p:nvPr userDrawn="1"/>
        </p:nvSpPr>
        <p:spPr>
          <a:xfrm>
            <a:off x="0" y="0"/>
            <a:ext cx="4524375" cy="5143500"/>
          </a:xfrm>
          <a:prstGeom prst="rect">
            <a:avLst/>
          </a:prstGeom>
          <a:solidFill>
            <a:srgbClr val="39A7FF"/>
          </a:solidFill>
          <a:ln/>
        </p:spPr>
        <p:txBody>
          <a:bodyPr/>
          <a:lstStyle/>
          <a:p>
            <a:endParaRPr lang="pt-BR" dirty="0">
              <a:solidFill>
                <a:srgbClr val="39A7FF"/>
              </a:solidFill>
              <a:latin typeface="Switzer" pitchFamily="50" charset="0"/>
            </a:endParaRP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D35F7C1-C3AC-44E2-93FE-355FBF9DAF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4812" y="2816226"/>
            <a:ext cx="3453019" cy="868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LOREM IPSUM DOLOR SIT AMET, CONSECTETUR ADIPISCING ELIT.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77231C13-866D-4988-87E4-DC9BF4BEF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813" y="4240213"/>
            <a:ext cx="1311275" cy="5699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buNone/>
              <a:defRPr sz="80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Janeiro, 2026</a:t>
            </a:r>
            <a:br>
              <a:rPr lang="pt-BR" dirty="0"/>
            </a:br>
            <a:r>
              <a:rPr lang="pt-BR" dirty="0">
                <a:effectLst/>
              </a:rPr>
              <a:t>balta.io</a:t>
            </a:r>
            <a:endParaRPr lang="pt-BR" dirty="0"/>
          </a:p>
        </p:txBody>
      </p:sp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5861B274-4180-76F6-C839-1D2C20163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814" y="738827"/>
            <a:ext cx="3453020" cy="15218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 strike="noStrike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b="1">
                <a:solidFill>
                  <a:srgbClr val="FAFF4D"/>
                </a:solidFill>
              </a:defRPr>
            </a:lvl2pPr>
            <a:lvl3pPr>
              <a:defRPr b="1">
                <a:solidFill>
                  <a:srgbClr val="FAFF4D"/>
                </a:solidFill>
              </a:defRPr>
            </a:lvl3pPr>
            <a:lvl4pPr>
              <a:defRPr b="1">
                <a:solidFill>
                  <a:srgbClr val="FAFF4D"/>
                </a:solidFill>
              </a:defRPr>
            </a:lvl4pPr>
            <a:lvl5pPr>
              <a:defRPr b="1">
                <a:solidFill>
                  <a:srgbClr val="FAFF4D"/>
                </a:solidFill>
              </a:defRPr>
            </a:lvl5pPr>
          </a:lstStyle>
          <a:p>
            <a:pPr lvl="0"/>
            <a:r>
              <a:rPr lang="pt-BR" dirty="0"/>
              <a:t>TÍTULO PURO COM UMA FRASE GRANDE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96E21E-FCC4-6629-78B6-B190FC1CF7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8002" y="4472761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ítulo simples (apenas 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99C6EE15-6EE5-3AE2-E89F-0D784FED27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380526E9-DCFB-ED64-A9C0-8175E92C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49580" y="152400"/>
            <a:ext cx="163154" cy="188452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D211AA16-46D8-C476-9652-0425DF96B3C0}"/>
              </a:ext>
            </a:extLst>
          </p:cNvPr>
          <p:cNvSpPr/>
          <p:nvPr userDrawn="1"/>
        </p:nvSpPr>
        <p:spPr>
          <a:xfrm>
            <a:off x="3238500" y="2295525"/>
            <a:ext cx="3162300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CFF1B8-9507-4011-9D70-556989210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6650" y="2295525"/>
            <a:ext cx="5136084" cy="547688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 PÁGINA</a:t>
            </a:r>
          </a:p>
        </p:txBody>
      </p:sp>
      <p:sp>
        <p:nvSpPr>
          <p:cNvPr id="13" name="Espaço Reservado para Texto 3">
            <a:extLst>
              <a:ext uri="{FF2B5EF4-FFF2-40B4-BE49-F238E27FC236}">
                <a16:creationId xmlns:a16="http://schemas.microsoft.com/office/drawing/2014/main" id="{3EC6AB6D-B2C1-4485-9FAE-D2C9B0F34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9F83F3E2-9828-C8CE-54AF-B4F5385F18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  <a:solidFill>
            <a:srgbClr val="39A7FF"/>
          </a:solidFill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FD4AC42-0DF5-80EF-A919-8778FF40F0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flipH="1">
            <a:off x="0" y="-2381"/>
            <a:ext cx="29813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0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91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9916" y="283109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3555FD-ED80-E537-DA82-DCDD6A03E2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9051" y="478271"/>
            <a:ext cx="3753695" cy="4675908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649580" y="152400"/>
            <a:ext cx="163154" cy="188451"/>
          </a:xfrm>
          <a:prstGeom prst="rect">
            <a:avLst/>
          </a:prstGeom>
        </p:spPr>
      </p:pic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1B648298-39E4-EBBE-65C4-500B9895D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650" y="1714501"/>
            <a:ext cx="2459038" cy="1493838"/>
          </a:xfrm>
          <a:prstGeom prst="rect">
            <a:avLst/>
          </a:prstGeom>
        </p:spPr>
        <p:txBody>
          <a:bodyPr/>
          <a:lstStyle>
            <a:lvl1pPr algn="ctr">
              <a:buNone/>
              <a:defRPr sz="13800" b="1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672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bertura detalhada (título + subtítulo + nume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8C5E4827-D307-8F0F-8D87-B508703C06A6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66F9B40-1BF1-7AAA-FE76-E1F8CB379A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6930" y="0"/>
            <a:ext cx="5650139" cy="5143499"/>
          </a:xfrm>
          <a:prstGeom prst="rect">
            <a:avLst/>
          </a:prstGeom>
        </p:spPr>
      </p:pic>
      <p:pic>
        <p:nvPicPr>
          <p:cNvPr id="14" name="Image 2">
            <a:extLst>
              <a:ext uri="{FF2B5EF4-FFF2-40B4-BE49-F238E27FC236}">
                <a16:creationId xmlns:a16="http://schemas.microsoft.com/office/drawing/2014/main" id="{6E84C666-1882-E570-4F34-BE827462D5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4" y="152400"/>
            <a:ext cx="163154" cy="188451"/>
          </a:xfrm>
          <a:prstGeom prst="rect">
            <a:avLst/>
          </a:prstGeom>
        </p:spPr>
      </p:pic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B6166A3F-8F9E-44EF-96FF-93D956047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3049" y="151939"/>
            <a:ext cx="1744919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0C73AE66-6A5D-4784-90B5-D4534455A3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365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Reddit Sans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10F8CF-37B4-67B2-1F7A-90B195DC2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1365" y="21796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7B8937A2-F71D-8B9F-7A40-3545235B65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1365" y="3002540"/>
            <a:ext cx="3413689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BF451D-05D2-0FEA-E1DC-DDDB3ADE6E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8450" y="1697841"/>
            <a:ext cx="3406604" cy="3377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90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bertura detalhada (título + subtítul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EAD0DCC1-A3AC-8DD5-FC76-8E8C16CF0055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00D8D-F2C5-4147-98D8-099FF1FBC3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65" y="2078079"/>
            <a:ext cx="3406604" cy="70592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E3002E2A-FA52-42A6-80B6-A79B18BFFE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39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7" name="Espaço Reservado para Texto 3">
            <a:extLst>
              <a:ext uri="{FF2B5EF4-FFF2-40B4-BE49-F238E27FC236}">
                <a16:creationId xmlns:a16="http://schemas.microsoft.com/office/drawing/2014/main" id="{FAD9858E-122F-4418-B88A-C01EC9028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67366" y="2837440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60BFD24-137C-F6BC-534E-AF5E886265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03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FFADA9E0-934E-D6FD-4757-6F46D52DF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49580" y="152400"/>
            <a:ext cx="163154" cy="188451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C7515A-E8FA-3667-A073-22F2B18FA2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67366" y="1651263"/>
            <a:ext cx="3406604" cy="371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Numeração</a:t>
            </a:r>
            <a:endParaRPr lang="pt-BR" dirty="0"/>
          </a:p>
        </p:txBody>
      </p:sp>
      <p:sp>
        <p:nvSpPr>
          <p:cNvPr id="6" name="Espaço Reservado para Imagem 10">
            <a:extLst>
              <a:ext uri="{FF2B5EF4-FFF2-40B4-BE49-F238E27FC236}">
                <a16:creationId xmlns:a16="http://schemas.microsoft.com/office/drawing/2014/main" id="{7834807C-8A9E-CA69-6BE1-34B2DA72DC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6310" y="6325"/>
            <a:ext cx="3467690" cy="51435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8438861-205A-21EB-6256-729AF2CD5A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21446" y="473917"/>
            <a:ext cx="3753695" cy="467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7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9D4A3A0E-753A-06BB-011E-99BB0ADB6783}"/>
              </a:ext>
            </a:extLst>
          </p:cNvPr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97A1E3-3902-DCD9-46DB-D56289042F64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425461" y="0"/>
            <a:ext cx="5650140" cy="5143499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5CEEFC38-932A-E680-EE67-257B0D980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DE2788D-0368-4160-7773-F3F019CAD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914400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E86B5EB2-B2FC-419C-A833-1FD4913F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85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21" name="Espaço Reservado para Texto 11">
            <a:extLst>
              <a:ext uri="{FF2B5EF4-FFF2-40B4-BE49-F238E27FC236}">
                <a16:creationId xmlns:a16="http://schemas.microsoft.com/office/drawing/2014/main" id="{717C13EE-9149-4B12-8B60-07A33D682D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2239963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8BC669B0-26B4-467E-BCCA-20D10B672F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9860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9" name="Espaço Reservado para Texto 3">
            <a:extLst>
              <a:ext uri="{FF2B5EF4-FFF2-40B4-BE49-F238E27FC236}">
                <a16:creationId xmlns:a16="http://schemas.microsoft.com/office/drawing/2014/main" id="{76EC200F-AF4F-49F2-86E2-AE43A1919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12916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415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2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E0E807AC-BE46-9CFD-6690-52CF02CD2DC2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  <a:latin typeface="Switzer" pitchFamily="50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7D6C4A3-7CEF-30AE-9ACE-028E083D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87526" y="11410"/>
            <a:ext cx="5616573" cy="5112943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2321B311-C74F-D4BC-B78F-23050E42A91A}"/>
              </a:ext>
            </a:extLst>
          </p:cNvPr>
          <p:cNvSpPr/>
          <p:nvPr userDrawn="1"/>
        </p:nvSpPr>
        <p:spPr>
          <a:xfrm>
            <a:off x="523875" y="1547813"/>
            <a:ext cx="4070350" cy="3119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E78619A9-F2A0-6904-5EC7-76A72726A562}"/>
              </a:ext>
            </a:extLst>
          </p:cNvPr>
          <p:cNvSpPr/>
          <p:nvPr userDrawn="1"/>
        </p:nvSpPr>
        <p:spPr>
          <a:xfrm>
            <a:off x="4594225" y="1547813"/>
            <a:ext cx="4073525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solidFill>
                <a:srgbClr val="7746FF"/>
              </a:solidFill>
              <a:latin typeface="Switzer" pitchFamily="50" charset="0"/>
            </a:endParaRPr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81804597-F7C8-12ED-B078-4312570A49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035D7980-4DFE-0503-DAFC-87F22EFC5CAA}"/>
              </a:ext>
            </a:extLst>
          </p:cNvPr>
          <p:cNvSpPr/>
          <p:nvPr userDrawn="1"/>
        </p:nvSpPr>
        <p:spPr>
          <a:xfrm>
            <a:off x="5967412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3F47153-4A48-2CD1-A55B-698B1EE8406B}"/>
              </a:ext>
            </a:extLst>
          </p:cNvPr>
          <p:cNvSpPr/>
          <p:nvPr userDrawn="1"/>
        </p:nvSpPr>
        <p:spPr>
          <a:xfrm>
            <a:off x="5836920" y="3889193"/>
            <a:ext cx="2592705" cy="538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1" indent="0" algn="r">
              <a:lnSpc>
                <a:spcPct val="120000"/>
              </a:lnSpc>
              <a:buNone/>
            </a:pPr>
            <a:endParaRPr lang="en-US" sz="5880" b="1">
              <a:solidFill>
                <a:srgbClr val="161616">
                  <a:alpha val="99000"/>
                </a:srgbClr>
              </a:solidFill>
              <a:latin typeface="Reddit Sans" pitchFamily="2" charset="0"/>
              <a:ea typeface="Reddit Sans" pitchFamily="2" charset="0"/>
              <a:cs typeface="Reddit Sans Condensed" pitchFamily="34" charset="-12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60925FC-2A44-E4DA-7ABB-ABDD404A16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568E0702-17F8-415F-96A9-6BF354A95C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899" y="3958751"/>
            <a:ext cx="3552825" cy="4492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C28C734F-E2C6-4C08-A957-4D3869C539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9771" y="3650533"/>
            <a:ext cx="2574607" cy="668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5" name="Espaço Reservado para Texto 11">
            <a:extLst>
              <a:ext uri="{FF2B5EF4-FFF2-40B4-BE49-F238E27FC236}">
                <a16:creationId xmlns:a16="http://schemas.microsoft.com/office/drawing/2014/main" id="{687F4F63-8BD6-44AF-839A-E2353886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4375" y="1918019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FAA5A924-C1E0-4FD9-82A3-1A1885A4EE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5011" y="1886098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EE992B8B-558A-4E64-AD70-85A12DF5AD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0395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19AA38E9-E04B-4A86-84F3-6F71197B18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3451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644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3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E257053-5179-E399-1A7D-1FDA10BE612E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77319F-1566-BC50-A3E9-5F3900267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50259" y="-6241"/>
            <a:ext cx="5656996" cy="514974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A8F7CEDB-73C2-7A1B-F931-5543D61B7408}"/>
              </a:ext>
            </a:extLst>
          </p:cNvPr>
          <p:cNvSpPr/>
          <p:nvPr userDrawn="1"/>
        </p:nvSpPr>
        <p:spPr>
          <a:xfrm>
            <a:off x="6064023" y="1547813"/>
            <a:ext cx="2667000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9DA98C9C-B140-87AC-FB15-21E3FC80D814}"/>
              </a:ext>
            </a:extLst>
          </p:cNvPr>
          <p:cNvSpPr/>
          <p:nvPr userDrawn="1"/>
        </p:nvSpPr>
        <p:spPr>
          <a:xfrm>
            <a:off x="476250" y="1547813"/>
            <a:ext cx="2667000" cy="3119438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82903640-FDE8-E0AC-8675-2A3C16215F42}"/>
              </a:ext>
            </a:extLst>
          </p:cNvPr>
          <p:cNvSpPr/>
          <p:nvPr userDrawn="1"/>
        </p:nvSpPr>
        <p:spPr>
          <a:xfrm>
            <a:off x="3238500" y="1547813"/>
            <a:ext cx="2667000" cy="3119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610537-95DD-070D-6155-0D5C17FF3E9F}"/>
              </a:ext>
            </a:extLst>
          </p:cNvPr>
          <p:cNvSpPr/>
          <p:nvPr userDrawn="1"/>
        </p:nvSpPr>
        <p:spPr>
          <a:xfrm>
            <a:off x="6000750" y="1547813"/>
            <a:ext cx="2667000" cy="3119438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7B2A3FDF-6C59-77FE-4C15-300929724C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FC98BA48-6485-0277-935F-438F940CE733}"/>
              </a:ext>
            </a:extLst>
          </p:cNvPr>
          <p:cNvSpPr/>
          <p:nvPr userDrawn="1"/>
        </p:nvSpPr>
        <p:spPr>
          <a:xfrm>
            <a:off x="347662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FBAB12A-7441-F310-AC3B-884B366A9AE5}"/>
              </a:ext>
            </a:extLst>
          </p:cNvPr>
          <p:cNvSpPr/>
          <p:nvPr userDrawn="1"/>
        </p:nvSpPr>
        <p:spPr>
          <a:xfrm>
            <a:off x="714375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1D1A81B-9E42-747F-6B56-AE0B89A3B4E3}"/>
              </a:ext>
            </a:extLst>
          </p:cNvPr>
          <p:cNvSpPr/>
          <p:nvPr userDrawn="1"/>
        </p:nvSpPr>
        <p:spPr>
          <a:xfrm>
            <a:off x="714375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5860CE-51C3-77DF-9103-95F35010A5DF}"/>
              </a:ext>
            </a:extLst>
          </p:cNvPr>
          <p:cNvSpPr/>
          <p:nvPr userDrawn="1"/>
        </p:nvSpPr>
        <p:spPr>
          <a:xfrm>
            <a:off x="6238875" y="3690937"/>
            <a:ext cx="1147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1875">
              <a:latin typeface="Switzer" pitchFamily="50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5C642F0B-3789-4694-5EAA-598877E3D3B6}"/>
              </a:ext>
            </a:extLst>
          </p:cNvPr>
          <p:cNvSpPr/>
          <p:nvPr userDrawn="1"/>
        </p:nvSpPr>
        <p:spPr>
          <a:xfrm>
            <a:off x="6238875" y="4024313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0" name="Espaço Reservado para Texto 12">
            <a:extLst>
              <a:ext uri="{FF2B5EF4-FFF2-40B4-BE49-F238E27FC236}">
                <a16:creationId xmlns:a16="http://schemas.microsoft.com/office/drawing/2014/main" id="{E3B6B224-3CD0-4371-8025-7C946032B1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93257" y="3690938"/>
            <a:ext cx="2574607" cy="7775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4" name="Espaço Reservado para Texto 12">
            <a:extLst>
              <a:ext uri="{FF2B5EF4-FFF2-40B4-BE49-F238E27FC236}">
                <a16:creationId xmlns:a16="http://schemas.microsoft.com/office/drawing/2014/main" id="{CFE7973D-914D-4938-AA04-F370B58503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4370" y="4044960"/>
            <a:ext cx="2216142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5" name="Espaço Reservado para Texto 12">
            <a:extLst>
              <a:ext uri="{FF2B5EF4-FFF2-40B4-BE49-F238E27FC236}">
                <a16:creationId xmlns:a16="http://schemas.microsoft.com/office/drawing/2014/main" id="{A3D42FA1-D276-49D7-A857-7DBFDC5113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2890" y="3287847"/>
            <a:ext cx="2238374" cy="4325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C54C7329-C8F5-462D-AAD9-E4408B887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370" y="1809197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77757470-CF44-494A-9142-C99996B8B00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3287" y="1822502"/>
            <a:ext cx="2167973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78592258-807A-4867-8FAC-05095DB1A1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61652" y="3888913"/>
            <a:ext cx="2167973" cy="5795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57661382-54CC-4997-BB39-5134EF979F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8293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E0B9623E-8EFB-4748-A08D-871F51A024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81349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A52A154-A2CC-98BC-7457-AE6C9BD6C4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71309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4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7E632CDA-EEFD-9365-F8FE-F16F3C71CEDA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witzer" pitchFamily="50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6012F2-F541-8460-9908-B772C09787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47869" y="1711"/>
            <a:ext cx="5648260" cy="5141789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FE04395E-2C5D-58C6-D338-E9E953965A7A}"/>
              </a:ext>
            </a:extLst>
          </p:cNvPr>
          <p:cNvSpPr/>
          <p:nvPr userDrawn="1"/>
        </p:nvSpPr>
        <p:spPr>
          <a:xfrm>
            <a:off x="476250" y="1547813"/>
            <a:ext cx="1976438" cy="3119438"/>
          </a:xfrm>
          <a:prstGeom prst="rect">
            <a:avLst/>
          </a:prstGeom>
          <a:solidFill>
            <a:srgbClr val="27045D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AC2766F6-9328-F00B-5D1D-2655D14A8E8D}"/>
              </a:ext>
            </a:extLst>
          </p:cNvPr>
          <p:cNvSpPr/>
          <p:nvPr userDrawn="1"/>
        </p:nvSpPr>
        <p:spPr>
          <a:xfrm>
            <a:off x="2547938" y="1547813"/>
            <a:ext cx="1976438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97ACEB2-2FB4-0083-342D-99D05C87AB1F}"/>
              </a:ext>
            </a:extLst>
          </p:cNvPr>
          <p:cNvSpPr/>
          <p:nvPr userDrawn="1"/>
        </p:nvSpPr>
        <p:spPr>
          <a:xfrm>
            <a:off x="4619625" y="1547813"/>
            <a:ext cx="1976438" cy="3119438"/>
          </a:xfrm>
          <a:prstGeom prst="rect">
            <a:avLst/>
          </a:prstGeom>
          <a:solidFill>
            <a:srgbClr val="FFD2B9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3BCD83E-7B1F-D7E4-E151-8CBAD550AE5E}"/>
              </a:ext>
            </a:extLst>
          </p:cNvPr>
          <p:cNvSpPr/>
          <p:nvPr userDrawn="1"/>
        </p:nvSpPr>
        <p:spPr>
          <a:xfrm>
            <a:off x="6691313" y="1547813"/>
            <a:ext cx="1976438" cy="3119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D7F3EDFF-6170-0F40-408B-A65AFFF06A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1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68E86ADE-7DE2-997F-EB8B-4F230604F4B9}"/>
              </a:ext>
            </a:extLst>
          </p:cNvPr>
          <p:cNvSpPr/>
          <p:nvPr userDrawn="1"/>
        </p:nvSpPr>
        <p:spPr>
          <a:xfrm>
            <a:off x="2786063" y="1785938"/>
            <a:ext cx="1543050" cy="785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E593B3A-1D25-B7E9-8D6F-319510520D15}"/>
              </a:ext>
            </a:extLst>
          </p:cNvPr>
          <p:cNvSpPr/>
          <p:nvPr userDrawn="1"/>
        </p:nvSpPr>
        <p:spPr>
          <a:xfrm>
            <a:off x="2786063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C9B99159-C702-46BA-EEC2-2B6C67A3D2A3}"/>
              </a:ext>
            </a:extLst>
          </p:cNvPr>
          <p:cNvSpPr/>
          <p:nvPr userDrawn="1"/>
        </p:nvSpPr>
        <p:spPr>
          <a:xfrm>
            <a:off x="6929438" y="4238625"/>
            <a:ext cx="167163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E0FA65FC-29EF-D474-7C74-6761C8FA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251" y="1683408"/>
            <a:ext cx="1976437" cy="95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27" name="Espaço Reservado para Texto 7">
            <a:extLst>
              <a:ext uri="{FF2B5EF4-FFF2-40B4-BE49-F238E27FC236}">
                <a16:creationId xmlns:a16="http://schemas.microsoft.com/office/drawing/2014/main" id="{563F4E0B-77FA-F1A3-F717-EC9D423250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7938" y="4095931"/>
            <a:ext cx="1976438" cy="5046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12" name="Espaço Reservado para Texto 7">
            <a:extLst>
              <a:ext uri="{FF2B5EF4-FFF2-40B4-BE49-F238E27FC236}">
                <a16:creationId xmlns:a16="http://schemas.microsoft.com/office/drawing/2014/main" id="{C1ECFC1D-DEE7-A349-5718-DAF6146685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1313" y="4059522"/>
            <a:ext cx="1976437" cy="5058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buNone/>
              <a:defRPr sz="20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2400"/>
              <a:t>SUBTÍTULO</a:t>
            </a:r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BCA26286-65B8-4497-A86A-4276E77DD9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830" y="3448360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E1697267-5FF1-44E8-A77B-EC389DC66C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58886" y="1697931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77743D43-8B48-44D9-8BF1-79F349DAE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0924" y="3352800"/>
            <a:ext cx="1630836" cy="11020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3D3D3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4" name="Espaço Reservado para Texto 11">
            <a:extLst>
              <a:ext uri="{FF2B5EF4-FFF2-40B4-BE49-F238E27FC236}">
                <a16:creationId xmlns:a16="http://schemas.microsoft.com/office/drawing/2014/main" id="{13D08146-2E79-46B7-9984-405B891DAE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06329" y="1748474"/>
            <a:ext cx="1700846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3">
            <a:extLst>
              <a:ext uri="{FF2B5EF4-FFF2-40B4-BE49-F238E27FC236}">
                <a16:creationId xmlns:a16="http://schemas.microsoft.com/office/drawing/2014/main" id="{179D93B0-370E-4128-BA1C-9D9741F11E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6737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87C11157-8EDC-4E14-92D5-0C05B8696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9793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25469-3C9F-4A64-B83A-2FDC8236D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30763" y="1785938"/>
            <a:ext cx="1700212" cy="631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4800" b="1"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24641A9C-27DF-67A8-5C00-D9F27EB6A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81275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imagem com texto ao l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05AF364B-4589-9908-9093-BADFEF80784D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1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B18BBB13-BF2D-32A2-B39D-7628109696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1"/>
            <a:ext cx="5650139" cy="5143498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D9F742C8-FC85-6869-207B-4EC691A32280}"/>
              </a:ext>
            </a:extLst>
          </p:cNvPr>
          <p:cNvSpPr/>
          <p:nvPr userDrawn="1"/>
        </p:nvSpPr>
        <p:spPr>
          <a:xfrm>
            <a:off x="476250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F239BF7-2756-FD5C-D018-271E946F0C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1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BEAAA150-2D27-658C-BD16-4AACAB674EC7}"/>
              </a:ext>
            </a:extLst>
          </p:cNvPr>
          <p:cNvSpPr/>
          <p:nvPr userDrawn="1"/>
        </p:nvSpPr>
        <p:spPr>
          <a:xfrm>
            <a:off x="5310188" y="2619375"/>
            <a:ext cx="2285863" cy="711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DCD913B9-710C-8956-12AE-F9724A8C40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5679" y="1258509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B950AA01-4961-4D70-AA19-59BBF7211B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55679" y="2416629"/>
            <a:ext cx="3478214" cy="914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58120B-D9CF-4F15-AB11-20DB3D2888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6250" y="476250"/>
            <a:ext cx="4048125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7BA26355-39BE-4935-9EF0-1CDAB642AF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21" name="Espaço Reservado para Texto 3">
            <a:extLst>
              <a:ext uri="{FF2B5EF4-FFF2-40B4-BE49-F238E27FC236}">
                <a16:creationId xmlns:a16="http://schemas.microsoft.com/office/drawing/2014/main" id="{96986794-4625-4090-9336-E4D9D3349D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867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imagem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3AB00A7-28D9-E5C5-5590-DBCFCF01EC77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EF7C9E-F7D7-A6F8-E007-86ED3A776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99305" y="1"/>
            <a:ext cx="5650139" cy="5143498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3B41FB2E-A714-1D51-588B-1EB01DA26381}"/>
              </a:ext>
            </a:extLst>
          </p:cNvPr>
          <p:cNvSpPr/>
          <p:nvPr userDrawn="1"/>
        </p:nvSpPr>
        <p:spPr>
          <a:xfrm>
            <a:off x="4619625" y="476250"/>
            <a:ext cx="4048125" cy="41862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DDF04695-03DB-C53D-E60F-45A5A954BD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40" y="152400"/>
            <a:ext cx="163154" cy="188451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4ACC5905-F117-5E42-B7D2-A87A101F7B06}"/>
              </a:ext>
            </a:extLst>
          </p:cNvPr>
          <p:cNvSpPr/>
          <p:nvPr userDrawn="1"/>
        </p:nvSpPr>
        <p:spPr>
          <a:xfrm>
            <a:off x="476250" y="476250"/>
            <a:ext cx="2332264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BAD416E-F9EB-F020-5965-36A7AEAF4D8C}"/>
              </a:ext>
            </a:extLst>
          </p:cNvPr>
          <p:cNvSpPr/>
          <p:nvPr userDrawn="1"/>
        </p:nvSpPr>
        <p:spPr>
          <a:xfrm>
            <a:off x="476250" y="1547813"/>
            <a:ext cx="2567396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40000"/>
              </a:lnSpc>
              <a:buSzPct val="100000"/>
              <a:buChar char="•"/>
            </a:pPr>
            <a:endParaRPr lang="en-US" sz="1050" dirty="0">
              <a:latin typeface="Switzer" pitchFamily="50" charset="0"/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239A63E-8F28-4C6B-9193-ECC52BFB3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899" y="454347"/>
            <a:ext cx="3651476" cy="1093466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0FA2AE6-B90D-488A-B45E-F523A4D74D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899" y="1727225"/>
            <a:ext cx="2656114" cy="914400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40000"/>
              </a:lnSpc>
              <a:buFont typeface="Arial" panose="020B0604020202020204" pitchFamily="34" charset="0"/>
              <a:buChar char="•"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8396EB09-40C2-4D5B-BA31-6DAB1DD72D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3748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B787D72-18B3-40A5-BB46-4AF8724A59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20537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2" name="Espaço Reservado para Imagem 2">
            <a:extLst>
              <a:ext uri="{FF2B5EF4-FFF2-40B4-BE49-F238E27FC236}">
                <a16:creationId xmlns:a16="http://schemas.microsoft.com/office/drawing/2014/main" id="{E2F859EF-B209-17A5-8F73-9ED39E159C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20284" y="493713"/>
            <a:ext cx="4031817" cy="41862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28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 em destaque com texto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33904E1-4AEC-4382-0FEE-158FD732488A}"/>
              </a:ext>
            </a:extLst>
          </p:cNvPr>
          <p:cNvSpPr>
            <a:spLocks/>
          </p:cNvSpPr>
          <p:nvPr userDrawn="1"/>
        </p:nvSpPr>
        <p:spPr>
          <a:xfrm>
            <a:off x="733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EA06D2A6-4277-37D4-7D5B-9ED9C2CE47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4343" b="18649"/>
          <a:stretch>
            <a:fillRect/>
          </a:stretch>
        </p:blipFill>
        <p:spPr>
          <a:xfrm>
            <a:off x="1014660" y="0"/>
            <a:ext cx="7114680" cy="3062288"/>
          </a:xfrm>
          <a:prstGeom prst="rect">
            <a:avLst/>
          </a:prstGeom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5836D336-D1D6-3C8B-DFD3-D5883C609C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10800000">
            <a:off x="5839691" y="61543"/>
            <a:ext cx="3305040" cy="3008683"/>
          </a:xfrm>
          <a:prstGeom prst="rect">
            <a:avLst/>
          </a:prstGeom>
        </p:spPr>
      </p:pic>
      <p:pic>
        <p:nvPicPr>
          <p:cNvPr id="7" name="Image 2">
            <a:extLst>
              <a:ext uri="{FF2B5EF4-FFF2-40B4-BE49-F238E27FC236}">
                <a16:creationId xmlns:a16="http://schemas.microsoft.com/office/drawing/2014/main" id="{C651C26F-290B-66FF-4CBF-57A319A1DE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5400000">
            <a:off x="6206337" y="130027"/>
            <a:ext cx="3070227" cy="2794925"/>
          </a:xfrm>
          <a:prstGeom prst="rect">
            <a:avLst/>
          </a:prstGeom>
        </p:spPr>
      </p:pic>
      <p:pic>
        <p:nvPicPr>
          <p:cNvPr id="15" name="Image 2">
            <a:extLst>
              <a:ext uri="{FF2B5EF4-FFF2-40B4-BE49-F238E27FC236}">
                <a16:creationId xmlns:a16="http://schemas.microsoft.com/office/drawing/2014/main" id="{AC4C2ED7-FC29-2216-4FB4-F070C1632A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" y="-1"/>
            <a:ext cx="3305040" cy="3008683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563EC32D-EAA1-156E-FA70-3BEC023011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0800000" flipH="1">
            <a:off x="2" y="54176"/>
            <a:ext cx="3305040" cy="3008682"/>
          </a:xfrm>
          <a:prstGeom prst="rect">
            <a:avLst/>
          </a:prstGeom>
        </p:spPr>
      </p:pic>
      <p:pic>
        <p:nvPicPr>
          <p:cNvPr id="16" name="Image 3">
            <a:extLst>
              <a:ext uri="{FF2B5EF4-FFF2-40B4-BE49-F238E27FC236}">
                <a16:creationId xmlns:a16="http://schemas.microsoft.com/office/drawing/2014/main" id="{369A1042-7FA6-D851-4BD3-0EE68DD59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8812740" y="152400"/>
            <a:ext cx="163154" cy="188452"/>
          </a:xfrm>
          <a:prstGeom prst="rect">
            <a:avLst/>
          </a:prstGeom>
        </p:spPr>
      </p:pic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A3024C7-62DC-08AF-D8E5-C8EF35445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896635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5B465A6A-7B0D-473F-96D9-BF743AFA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05042" y="3910233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A162F12B-BD52-4361-A6CF-07AAC10FA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4521" y="3924327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599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ção / frase de imp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8FCD2A64-E5C9-0859-B866-D14ED318D16A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2DA945D-5B24-E628-6D6F-AB0F2DC713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7620"/>
            <a:ext cx="3756663" cy="3132813"/>
          </a:xfrm>
          <a:prstGeom prst="rect">
            <a:avLst/>
          </a:prstGeom>
        </p:spPr>
      </p:pic>
      <p:pic>
        <p:nvPicPr>
          <p:cNvPr id="17" name="Image 2">
            <a:extLst>
              <a:ext uri="{FF2B5EF4-FFF2-40B4-BE49-F238E27FC236}">
                <a16:creationId xmlns:a16="http://schemas.microsoft.com/office/drawing/2014/main" id="{48CBCFA8-9968-A99C-25AC-A63D2D5A2D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2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0AE240A-38DA-1A55-3ABF-65D131F4F780}"/>
              </a:ext>
            </a:extLst>
          </p:cNvPr>
          <p:cNvSpPr/>
          <p:nvPr userDrawn="1"/>
        </p:nvSpPr>
        <p:spPr>
          <a:xfrm>
            <a:off x="3217067" y="2081212"/>
            <a:ext cx="2709863" cy="981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6B9CB0-BB7D-41FD-8A4C-A962EFCB57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7473" y="2163926"/>
            <a:ext cx="3829050" cy="1156961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27FEA9D-937D-45D0-BB2C-318DF8E103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74417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698C9BD6-F324-4735-8507-A767C8337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7473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539E1BC-1F6A-BB93-867E-21CF9988DF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3" y="2010686"/>
            <a:ext cx="3756663" cy="313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5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ase de impacto +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92FFFA6-F513-D74D-1C9A-B75304183F66}"/>
              </a:ext>
            </a:extLst>
          </p:cNvPr>
          <p:cNvSpPr>
            <a:spLocks/>
          </p:cNvSpPr>
          <p:nvPr userDrawn="1"/>
        </p:nvSpPr>
        <p:spPr>
          <a:xfrm>
            <a:off x="-1" y="-22738"/>
            <a:ext cx="9144001" cy="5166238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7A89A00-940D-4B72-8954-CCF9966545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0800000">
            <a:off x="5402573" y="-27487"/>
            <a:ext cx="3756663" cy="313281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FD427A2-8149-E67D-8F3E-5D4435C3C8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9528" y="2007842"/>
            <a:ext cx="3756663" cy="3132812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10A21372-FE03-0D7A-C0B2-2929361D33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BE58402F-D1CB-427E-9D30-A49C1026B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4603" y="1835332"/>
            <a:ext cx="4040504" cy="1169126"/>
          </a:xfrm>
          <a:prstGeom prst="rect">
            <a:avLst/>
          </a:prstGeom>
        </p:spPr>
        <p:txBody>
          <a:bodyPr/>
          <a:lstStyle>
            <a:lvl1pPr algn="ctr">
              <a:lnSpc>
                <a:spcPts val="4400"/>
              </a:lnSpc>
              <a:defRPr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r>
              <a:rPr lang="pt-BR" dirty="0">
                <a:effectLst/>
              </a:rPr>
              <a:t>FRASE DE</a:t>
            </a:r>
            <a:br>
              <a:rPr lang="pt-BR" dirty="0"/>
            </a:br>
            <a:r>
              <a:rPr lang="pt-BR" dirty="0">
                <a:effectLst/>
              </a:rPr>
              <a:t>IMPACTO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C097107F-865C-4040-8611-3D6B9880B5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39163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sp>
        <p:nvSpPr>
          <p:cNvPr id="16" name="Espaço Reservado para Texto 3">
            <a:extLst>
              <a:ext uri="{FF2B5EF4-FFF2-40B4-BE49-F238E27FC236}">
                <a16:creationId xmlns:a16="http://schemas.microsoft.com/office/drawing/2014/main" id="{37016321-5963-42DC-8AEA-958F0DEA27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26994" y="151939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0CFE9C-BCE4-40B6-BA4F-337A168E3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41950" y="3149835"/>
            <a:ext cx="2265810" cy="5295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00"/>
              </a:lnSpc>
              <a:buNone/>
              <a:defRPr b="0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480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vídeo ou multimídi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7CB15615-5106-A4C8-C2F1-A815CBA99078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79608BD4-B969-16D2-0397-AB2D7C64E426}"/>
              </a:ext>
            </a:extLst>
          </p:cNvPr>
          <p:cNvSpPr/>
          <p:nvPr userDrawn="1"/>
        </p:nvSpPr>
        <p:spPr>
          <a:xfrm>
            <a:off x="476250" y="476250"/>
            <a:ext cx="5343525" cy="311943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EBDF53CD-A280-596C-06D3-DEE34C60C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11" name="Espaço Reservado para Texto 14">
            <a:extLst>
              <a:ext uri="{FF2B5EF4-FFF2-40B4-BE49-F238E27FC236}">
                <a16:creationId xmlns:a16="http://schemas.microsoft.com/office/drawing/2014/main" id="{58E6F9BB-AAAA-4EC4-9B61-71C66E39DC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2669" y="2781234"/>
            <a:ext cx="2695575" cy="81445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000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dirty="0" err="1">
                <a:effectLst/>
              </a:rPr>
              <a:t>Lorem</a:t>
            </a:r>
            <a:r>
              <a:rPr lang="pt-BR" dirty="0">
                <a:effectLst/>
              </a:rPr>
              <a:t> ipsum </a:t>
            </a:r>
            <a:r>
              <a:rPr lang="pt-BR" dirty="0" err="1">
                <a:effectLst/>
              </a:rPr>
              <a:t>dolor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sit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amet</a:t>
            </a:r>
            <a:r>
              <a:rPr lang="pt-BR" dirty="0">
                <a:effectLst/>
              </a:rPr>
              <a:t>, </a:t>
            </a:r>
            <a:r>
              <a:rPr lang="pt-BR" dirty="0" err="1">
                <a:effectLst/>
              </a:rPr>
              <a:t>consectetur</a:t>
            </a:r>
            <a:r>
              <a:rPr lang="pt-BR" dirty="0">
                <a:effectLst/>
              </a:rPr>
              <a:t> adipiscing </a:t>
            </a:r>
            <a:r>
              <a:rPr lang="pt-BR" dirty="0" err="1">
                <a:effectLst/>
              </a:rPr>
              <a:t>elit</a:t>
            </a:r>
            <a:r>
              <a:rPr lang="pt-BR" dirty="0">
                <a:effectLst/>
              </a:rPr>
              <a:t>. </a:t>
            </a:r>
            <a:r>
              <a:rPr lang="pt-BR" dirty="0" err="1">
                <a:effectLst/>
              </a:rPr>
              <a:t>Vivamus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lacinia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nibh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at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turpis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auctor</a:t>
            </a:r>
            <a:r>
              <a:rPr lang="pt-BR" dirty="0">
                <a:effectLst/>
              </a:rPr>
              <a:t> </a:t>
            </a:r>
            <a:r>
              <a:rPr lang="pt-BR" dirty="0" err="1">
                <a:effectLst/>
              </a:rPr>
              <a:t>varius</a:t>
            </a:r>
            <a:r>
              <a:rPr lang="pt-BR" dirty="0">
                <a:effectLst/>
              </a:rPr>
              <a:t>. </a:t>
            </a:r>
            <a:endParaRPr lang="pt-BR" dirty="0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E68B8948-CAF5-4CA8-8169-1457BAB750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6250" y="476250"/>
            <a:ext cx="5343525" cy="3119438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84E88446-7B4B-4D89-B709-9FA5E2179D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3437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25D7306C-4D05-4F45-BE03-5156BEB1B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0381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SUBTÍTULO OU SEÇÃO (SE EXISTIR)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21C3EA-17DB-25C0-5228-92FB9524CE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4154063"/>
            <a:ext cx="9143999" cy="98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a numerada ou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E166BB4C-E60F-2E92-92BD-B2E19AA1A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Instrument Sans" pitchFamily="2" charset="0"/>
            </a:endParaRP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81B06F59-D39D-7680-CA9B-F1571C0A0394}"/>
              </a:ext>
            </a:extLst>
          </p:cNvPr>
          <p:cNvSpPr/>
          <p:nvPr userDrawn="1"/>
        </p:nvSpPr>
        <p:spPr>
          <a:xfrm rot="5400000">
            <a:off x="-1052512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8E048ABE-19C9-9FB0-BE21-F7BC21955FF6}"/>
              </a:ext>
            </a:extLst>
          </p:cNvPr>
          <p:cNvSpPr/>
          <p:nvPr userDrawn="1"/>
        </p:nvSpPr>
        <p:spPr>
          <a:xfrm rot="5400000">
            <a:off x="1019175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32BD0D3F-7988-C503-E3A2-A78B7EFF9111}"/>
              </a:ext>
            </a:extLst>
          </p:cNvPr>
          <p:cNvSpPr/>
          <p:nvPr userDrawn="1"/>
        </p:nvSpPr>
        <p:spPr>
          <a:xfrm rot="5400000">
            <a:off x="3090863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293CAD3-4C74-11EE-5D95-3DBE4A9164C5}"/>
              </a:ext>
            </a:extLst>
          </p:cNvPr>
          <p:cNvSpPr/>
          <p:nvPr userDrawn="1"/>
        </p:nvSpPr>
        <p:spPr>
          <a:xfrm rot="5400000">
            <a:off x="5162550" y="3614738"/>
            <a:ext cx="3057525" cy="0"/>
          </a:xfrm>
          <a:prstGeom prst="line">
            <a:avLst/>
          </a:prstGeom>
          <a:noFill/>
          <a:ln w="12700">
            <a:solidFill>
              <a:srgbClr val="27045D"/>
            </a:solidFill>
            <a:prstDash val="solid"/>
          </a:ln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169B6EF9-C19C-8D81-3DCC-73C5B23FA7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28677359-CCD6-2864-39A7-B7ACA4E8B2CB}"/>
              </a:ext>
            </a:extLst>
          </p:cNvPr>
          <p:cNvSpPr/>
          <p:nvPr userDrawn="1"/>
        </p:nvSpPr>
        <p:spPr>
          <a:xfrm>
            <a:off x="714375" y="4238624"/>
            <a:ext cx="1452563" cy="610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"/>
              </a:lnSpc>
              <a:buNone/>
            </a:pPr>
            <a:endParaRPr lang="en-US" sz="2100">
              <a:latin typeface="Switzer" pitchFamily="50" charset="0"/>
            </a:endParaRPr>
          </a:p>
        </p:txBody>
      </p:sp>
      <p:sp>
        <p:nvSpPr>
          <p:cNvPr id="8" name="Espaço Reservado para Texto 12">
            <a:extLst>
              <a:ext uri="{FF2B5EF4-FFF2-40B4-BE49-F238E27FC236}">
                <a16:creationId xmlns:a16="http://schemas.microsoft.com/office/drawing/2014/main" id="{EA435214-E780-CD1F-A1F1-05959ACCAC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1" y="555245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7DF9BFD5-2945-23A6-FACC-21439B82F5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51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1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25221EAF-A0E3-8400-527A-70DA3B8C8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9000" y="4084638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2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92C63AAB-088D-4C13-8C16-D2E5603D6C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60687" y="4100196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3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DD510864-41C8-3956-B61B-9A97D9A7AC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32375" y="4100195"/>
            <a:ext cx="1402238" cy="3444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/>
              <a:t>TÓPICO 4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8AF21FE2-8D1B-46BE-88AC-2A91E2440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536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EC8F1DD8-2C21-4486-A0D5-4CF81D0CC0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13435" y="2222989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933EAD67-615E-491E-B75E-DAF3061A62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5122" y="2222988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0" name="Espaço Reservado para Texto 11">
            <a:extLst>
              <a:ext uri="{FF2B5EF4-FFF2-40B4-BE49-F238E27FC236}">
                <a16:creationId xmlns:a16="http://schemas.microsoft.com/office/drawing/2014/main" id="{1FCA6853-9023-42EB-8E57-35153DD99D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56810" y="2231303"/>
            <a:ext cx="159781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8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33" name="Espaço Reservado para Texto 3">
            <a:extLst>
              <a:ext uri="{FF2B5EF4-FFF2-40B4-BE49-F238E27FC236}">
                <a16:creationId xmlns:a16="http://schemas.microsoft.com/office/drawing/2014/main" id="{899F8D77-0E3E-4EAA-9B9C-E6189CD4CB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0806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  <p:sp>
        <p:nvSpPr>
          <p:cNvPr id="34" name="Espaço Reservado para Texto 3">
            <a:extLst>
              <a:ext uri="{FF2B5EF4-FFF2-40B4-BE49-F238E27FC236}">
                <a16:creationId xmlns:a16="http://schemas.microsoft.com/office/drawing/2014/main" id="{E2983CDA-B9DE-4904-8098-BC02B15D38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0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87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2 bloco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E0E807AC-BE46-9CFD-6690-52CF02CD2DC2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  <a:latin typeface="Switzer" pitchFamily="50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7D6C4A3-7CEF-30AE-9ACE-028E083D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787526" y="15764"/>
            <a:ext cx="5616573" cy="5112943"/>
          </a:xfrm>
          <a:prstGeom prst="rect">
            <a:avLst/>
          </a:prstGeom>
        </p:spPr>
      </p:pic>
      <p:sp>
        <p:nvSpPr>
          <p:cNvPr id="19" name="Shape 0">
            <a:extLst>
              <a:ext uri="{FF2B5EF4-FFF2-40B4-BE49-F238E27FC236}">
                <a16:creationId xmlns:a16="http://schemas.microsoft.com/office/drawing/2014/main" id="{2321B311-C74F-D4BC-B78F-23050E42A91A}"/>
              </a:ext>
            </a:extLst>
          </p:cNvPr>
          <p:cNvSpPr/>
          <p:nvPr userDrawn="1"/>
        </p:nvSpPr>
        <p:spPr>
          <a:xfrm>
            <a:off x="523875" y="1547813"/>
            <a:ext cx="4070350" cy="3119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pt-BR">
              <a:latin typeface="Switzer" pitchFamily="50" charset="0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E78619A9-F2A0-6904-5EC7-76A72726A562}"/>
              </a:ext>
            </a:extLst>
          </p:cNvPr>
          <p:cNvSpPr/>
          <p:nvPr userDrawn="1"/>
        </p:nvSpPr>
        <p:spPr>
          <a:xfrm>
            <a:off x="4594225" y="1547813"/>
            <a:ext cx="4073525" cy="3119438"/>
          </a:xfrm>
          <a:prstGeom prst="rect">
            <a:avLst/>
          </a:prstGeom>
          <a:solidFill>
            <a:srgbClr val="7746FF"/>
          </a:solidFill>
          <a:ln/>
        </p:spPr>
        <p:txBody>
          <a:bodyPr/>
          <a:lstStyle/>
          <a:p>
            <a:endParaRPr lang="pt-BR">
              <a:solidFill>
                <a:srgbClr val="7746FF"/>
              </a:solidFill>
              <a:latin typeface="Switzer" pitchFamily="50" charset="0"/>
            </a:endParaRPr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81804597-F7C8-12ED-B078-4312570A49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1" y="152400"/>
            <a:ext cx="163154" cy="188451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035D7980-4DFE-0503-DAFC-87F22EFC5CAA}"/>
              </a:ext>
            </a:extLst>
          </p:cNvPr>
          <p:cNvSpPr/>
          <p:nvPr userDrawn="1"/>
        </p:nvSpPr>
        <p:spPr>
          <a:xfrm>
            <a:off x="5967412" y="1785938"/>
            <a:ext cx="2462213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endParaRPr lang="en-US" sz="900">
              <a:latin typeface="Switzer" pitchFamily="50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3F47153-4A48-2CD1-A55B-698B1EE8406B}"/>
              </a:ext>
            </a:extLst>
          </p:cNvPr>
          <p:cNvSpPr/>
          <p:nvPr userDrawn="1"/>
        </p:nvSpPr>
        <p:spPr>
          <a:xfrm>
            <a:off x="5836920" y="3889193"/>
            <a:ext cx="2592705" cy="538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lvl="1" indent="0" algn="r">
              <a:lnSpc>
                <a:spcPct val="120000"/>
              </a:lnSpc>
              <a:buNone/>
            </a:pPr>
            <a:endParaRPr lang="en-US" sz="5880" b="1">
              <a:solidFill>
                <a:srgbClr val="161616">
                  <a:alpha val="99000"/>
                </a:srgbClr>
              </a:solidFill>
              <a:latin typeface="Reddit Sans" pitchFamily="2" charset="0"/>
              <a:ea typeface="Reddit Sans" pitchFamily="2" charset="0"/>
              <a:cs typeface="Reddit Sans Condensed" pitchFamily="34" charset="-120"/>
            </a:endParaRP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E60925FC-2A44-E4DA-7ABB-ABDD404A16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250" y="591817"/>
            <a:ext cx="3552825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568E0702-17F8-415F-96A9-6BF354A95C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899" y="3958751"/>
            <a:ext cx="3552825" cy="4492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rgbClr val="161616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17" name="Espaço Reservado para Texto 12">
            <a:extLst>
              <a:ext uri="{FF2B5EF4-FFF2-40B4-BE49-F238E27FC236}">
                <a16:creationId xmlns:a16="http://schemas.microsoft.com/office/drawing/2014/main" id="{C28C734F-E2C6-4C08-A957-4D3869C539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9771" y="3650533"/>
            <a:ext cx="2574607" cy="668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>
                <a:solidFill>
                  <a:schemeClr val="bg1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75%</a:t>
            </a:r>
          </a:p>
        </p:txBody>
      </p:sp>
      <p:sp>
        <p:nvSpPr>
          <p:cNvPr id="25" name="Espaço Reservado para Texto 11">
            <a:extLst>
              <a:ext uri="{FF2B5EF4-FFF2-40B4-BE49-F238E27FC236}">
                <a16:creationId xmlns:a16="http://schemas.microsoft.com/office/drawing/2014/main" id="{687F4F63-8BD6-44AF-839A-E235388639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4375" y="1918019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6" name="Espaço Reservado para Texto 11">
            <a:extLst>
              <a:ext uri="{FF2B5EF4-FFF2-40B4-BE49-F238E27FC236}">
                <a16:creationId xmlns:a16="http://schemas.microsoft.com/office/drawing/2014/main" id="{FAA5A924-C1E0-4FD9-82A3-1A1885A4EE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15011" y="1886098"/>
            <a:ext cx="2524125" cy="9685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40000"/>
              </a:lnSpc>
              <a:buNone/>
              <a:defRPr sz="10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29" name="Espaço Reservado para Texto 3">
            <a:extLst>
              <a:ext uri="{FF2B5EF4-FFF2-40B4-BE49-F238E27FC236}">
                <a16:creationId xmlns:a16="http://schemas.microsoft.com/office/drawing/2014/main" id="{EE992B8B-558A-4E64-AD70-85A12DF5AD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5424" y="152400"/>
            <a:ext cx="1824576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0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SUBTÍTULO OU SEÇÃO (SE EXISTIR)</a:t>
            </a:r>
            <a:endParaRPr lang="pt-BR"/>
          </a:p>
        </p:txBody>
      </p:sp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19AA38E9-E04B-4A86-84F3-6F71197B18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480" y="152400"/>
            <a:ext cx="1503363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chemeClr val="bg1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>
                <a:effectLst/>
              </a:rPr>
              <a:t>TÍTULO DA CAPA AQUI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03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 com agradecimento e cont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F1AAC7F2-8627-58F1-A352-0484FBEB68EB}"/>
              </a:ext>
            </a:extLst>
          </p:cNvPr>
          <p:cNvSpPr>
            <a:spLocks/>
          </p:cNvSpPr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Switzer" pitchFamily="50" charset="0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420600C2-FFE4-0A53-2915-DFDFE569666D}"/>
              </a:ext>
            </a:extLst>
          </p:cNvPr>
          <p:cNvSpPr/>
          <p:nvPr userDrawn="1"/>
        </p:nvSpPr>
        <p:spPr>
          <a:xfrm>
            <a:off x="476250" y="4024313"/>
            <a:ext cx="2667000" cy="2857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096C130-6F66-2770-89B3-9259DA1DC4D1}"/>
              </a:ext>
            </a:extLst>
          </p:cNvPr>
          <p:cNvSpPr/>
          <p:nvPr userDrawn="1"/>
        </p:nvSpPr>
        <p:spPr>
          <a:xfrm>
            <a:off x="476250" y="4381500"/>
            <a:ext cx="2667000" cy="28575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A84BA7F-E1C2-2F3B-02AB-543066873C90}"/>
              </a:ext>
            </a:extLst>
          </p:cNvPr>
          <p:cNvSpPr/>
          <p:nvPr userDrawn="1"/>
        </p:nvSpPr>
        <p:spPr>
          <a:xfrm>
            <a:off x="476250" y="4024313"/>
            <a:ext cx="285750" cy="285750"/>
          </a:xfrm>
          <a:prstGeom prst="ellipse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83909A6-078F-93DC-9E36-D1ED008F953E}"/>
              </a:ext>
            </a:extLst>
          </p:cNvPr>
          <p:cNvSpPr/>
          <p:nvPr userDrawn="1"/>
        </p:nvSpPr>
        <p:spPr>
          <a:xfrm>
            <a:off x="476250" y="4381500"/>
            <a:ext cx="285750" cy="285750"/>
          </a:xfrm>
          <a:prstGeom prst="ellipse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pt-BR" dirty="0">
              <a:latin typeface="Switzer" pitchFamily="50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7C08A5F-5C88-597E-616F-4842B97BC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2925" y="4090987"/>
            <a:ext cx="152400" cy="1524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B07A36D-28B7-B7E4-8055-53491CFECC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2925" y="4448175"/>
            <a:ext cx="152400" cy="152400"/>
          </a:xfrm>
          <a:prstGeom prst="rect">
            <a:avLst/>
          </a:prstGeom>
        </p:spPr>
      </p:pic>
      <p:pic>
        <p:nvPicPr>
          <p:cNvPr id="12" name="Image 2">
            <a:extLst>
              <a:ext uri="{FF2B5EF4-FFF2-40B4-BE49-F238E27FC236}">
                <a16:creationId xmlns:a16="http://schemas.microsoft.com/office/drawing/2014/main" id="{856D5F3C-7F22-CC27-22DF-BD1F5DA5B7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76250" y="476250"/>
            <a:ext cx="1219200" cy="1219200"/>
          </a:xfrm>
          <a:prstGeom prst="ellipse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529D7B6-3545-2E0A-228F-C2899C98B7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66921" y="4663429"/>
            <a:ext cx="914400" cy="98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900B6C1B-E16A-A6E1-2279-38ECF1A4D6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10455" y="4664122"/>
            <a:ext cx="914400" cy="110"/>
          </a:xfrm>
          <a:prstGeom prst="rect">
            <a:avLst/>
          </a:prstGeom>
        </p:spPr>
      </p:pic>
      <p:sp>
        <p:nvSpPr>
          <p:cNvPr id="25" name="Text 6">
            <a:extLst>
              <a:ext uri="{FF2B5EF4-FFF2-40B4-BE49-F238E27FC236}">
                <a16:creationId xmlns:a16="http://schemas.microsoft.com/office/drawing/2014/main" id="{4427D15B-F2D4-E17A-CCB6-E8061B828C43}"/>
              </a:ext>
            </a:extLst>
          </p:cNvPr>
          <p:cNvSpPr/>
          <p:nvPr userDrawn="1"/>
        </p:nvSpPr>
        <p:spPr>
          <a:xfrm>
            <a:off x="476250" y="3186113"/>
            <a:ext cx="558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4500" dirty="0">
              <a:latin typeface="Switzer" pitchFamily="50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70436077-AB7F-FC9A-9ADF-37EE80150606}"/>
              </a:ext>
            </a:extLst>
          </p:cNvPr>
          <p:cNvSpPr/>
          <p:nvPr userDrawn="1"/>
        </p:nvSpPr>
        <p:spPr>
          <a:xfrm>
            <a:off x="1881187" y="919162"/>
            <a:ext cx="2982106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200" dirty="0">
              <a:latin typeface="Switzer" pitchFamily="50" charset="0"/>
            </a:endParaRPr>
          </a:p>
        </p:txBody>
      </p:sp>
      <p:sp>
        <p:nvSpPr>
          <p:cNvPr id="30" name="Espaço Reservado para Texto 17">
            <a:extLst>
              <a:ext uri="{FF2B5EF4-FFF2-40B4-BE49-F238E27FC236}">
                <a16:creationId xmlns:a16="http://schemas.microsoft.com/office/drawing/2014/main" id="{E2B02EAC-0056-46F1-98B3-7FF32B22D4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249" y="2251088"/>
            <a:ext cx="5297589" cy="665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4C94E9-6913-46C2-92EE-F55F4CB678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9843" y="889759"/>
            <a:ext cx="2054777" cy="382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7045D"/>
                </a:solidFill>
                <a:latin typeface="Instrument Sans" pitchFamily="2" charset="0"/>
              </a:defRPr>
            </a:lvl1pPr>
          </a:lstStyle>
          <a:p>
            <a:pPr lvl="0"/>
            <a:r>
              <a:rPr lang="pt-BR" b="1" dirty="0">
                <a:effectLst/>
              </a:rPr>
              <a:t>Nome do professor</a:t>
            </a:r>
            <a:br>
              <a:rPr lang="pt-BR" dirty="0"/>
            </a:br>
            <a:r>
              <a:rPr lang="pt-BR" dirty="0" err="1">
                <a:effectLst/>
              </a:rPr>
              <a:t>Subtitulo</a:t>
            </a:r>
            <a:endParaRPr lang="pt-BR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FCE7029-1E37-67BA-E6F4-3BF02388C98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4421465" y="4461548"/>
            <a:ext cx="1021182" cy="189153"/>
          </a:xfrm>
          <a:prstGeom prst="rect">
            <a:avLst/>
          </a:prstGeom>
        </p:spPr>
      </p:pic>
      <p:sp>
        <p:nvSpPr>
          <p:cNvPr id="31" name="Espaço Reservado para Texto 3">
            <a:extLst>
              <a:ext uri="{FF2B5EF4-FFF2-40B4-BE49-F238E27FC236}">
                <a16:creationId xmlns:a16="http://schemas.microsoft.com/office/drawing/2014/main" id="{D5F97E14-FE67-65B1-B650-82933DE3F0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189" y="4098130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sp>
        <p:nvSpPr>
          <p:cNvPr id="32" name="Espaço Reservado para Texto 3">
            <a:extLst>
              <a:ext uri="{FF2B5EF4-FFF2-40B4-BE49-F238E27FC236}">
                <a16:creationId xmlns:a16="http://schemas.microsoft.com/office/drawing/2014/main" id="{F2ACFE1E-2C7E-5BE0-5C90-0F83FCCE0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2127" y="4465637"/>
            <a:ext cx="2174761" cy="1889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" b="1">
                <a:solidFill>
                  <a:srgbClr val="27045D"/>
                </a:solidFill>
                <a:latin typeface="DM Mono" panose="020B0509040201040103" pitchFamily="49" charset="0"/>
              </a:defRPr>
            </a:lvl1pPr>
          </a:lstStyle>
          <a:p>
            <a:pPr lvl="0"/>
            <a:r>
              <a:rPr lang="pt-BR" dirty="0">
                <a:effectLst/>
              </a:rPr>
              <a:t>TÍTULO DA CAPA AQUI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CC668B-8372-B7C3-321C-566B66C094C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840513" y="0"/>
            <a:ext cx="33176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4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 si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07125" y="-8028"/>
            <a:ext cx="5655522" cy="5148400"/>
          </a:xfrm>
          <a:prstGeom prst="rect">
            <a:avLst/>
          </a:prstGeom>
        </p:spPr>
      </p:pic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FB3F3376-BF93-45FF-BC07-89A57D9626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14" y="2229014"/>
            <a:ext cx="7027799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 b="1">
                <a:solidFill>
                  <a:srgbClr val="27045D"/>
                </a:solidFill>
                <a:latin typeface="Instrument Sans" pitchFamily="2" charset="0"/>
                <a:ea typeface="Instrument Sans" pitchFamily="2" charset="0"/>
              </a:defRPr>
            </a:lvl1pPr>
          </a:lstStyle>
          <a:p>
            <a:pPr lvl="0"/>
            <a:r>
              <a:rPr lang="pt-BR" dirty="0"/>
              <a:t>AGRADECIMENTO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0A6F1B-6E88-568B-5088-24421B929D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5115" y="4388644"/>
            <a:ext cx="1021185" cy="18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6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2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F45F19-E763-BA03-4AF5-4647781DF5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48711" y="-8029"/>
            <a:ext cx="2320949" cy="150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0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2879480"/>
            <a:ext cx="3637324" cy="1905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04360" y="1752077"/>
            <a:ext cx="4147671" cy="3033226"/>
          </a:xfrm>
          <a:prstGeom prst="rect">
            <a:avLst/>
          </a:prstGeom>
          <a:solidFill>
            <a:srgbClr val="39A7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F0C5E8-C3BC-7738-0AF7-A1CA55EE00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48711" y="-8029"/>
            <a:ext cx="2320949" cy="1507921"/>
          </a:xfrm>
          <a:prstGeom prst="rect">
            <a:avLst/>
          </a:prstGeom>
        </p:spPr>
      </p:pic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0BC8D8CC-6F82-C77A-E7DD-BF23C9AABE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6250" y="1753396"/>
            <a:ext cx="3637324" cy="7835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3200" b="1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>
                <a:effectLst/>
              </a:rPr>
              <a:t>SUBTÍTULO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01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5926268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996" y="1752077"/>
            <a:ext cx="8105035" cy="3033226"/>
          </a:xfrm>
          <a:prstGeom prst="rect">
            <a:avLst/>
          </a:prstGeom>
          <a:solidFill>
            <a:srgbClr val="39A7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11B883-A968-CAE2-13AC-62B571C5632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48711" y="-8029"/>
            <a:ext cx="2320949" cy="150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A2F221E-A9BB-3688-0482-1689C1D92395}"/>
              </a:ext>
            </a:extLst>
          </p:cNvPr>
          <p:cNvSpPr>
            <a:spLocks/>
          </p:cNvSpPr>
          <p:nvPr userDrawn="1"/>
        </p:nvSpPr>
        <p:spPr>
          <a:xfrm>
            <a:off x="4572000" y="1499893"/>
            <a:ext cx="4572000" cy="36403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B31DB36-77CB-C16C-7F12-1CEBBE646C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0351" y="1886098"/>
            <a:ext cx="3061521" cy="2228603"/>
          </a:xfrm>
          <a:prstGeom prst="rect">
            <a:avLst/>
          </a:prstGeom>
          <a:solidFill>
            <a:srgbClr val="39A7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5752724-D539-C5CA-B8F0-0832A4B9B78B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E8608E-BFCA-5FC9-A748-F424C882EC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9418" y="1"/>
            <a:ext cx="5655524" cy="5148400"/>
          </a:xfrm>
          <a:prstGeom prst="rect">
            <a:avLst/>
          </a:prstGeom>
        </p:spPr>
      </p:pic>
      <p:pic>
        <p:nvPicPr>
          <p:cNvPr id="13" name="Image 0">
            <a:extLst>
              <a:ext uri="{FF2B5EF4-FFF2-40B4-BE49-F238E27FC236}">
                <a16:creationId xmlns:a16="http://schemas.microsoft.com/office/drawing/2014/main" id="{2B875D59-6FD1-78C3-2E1B-AA1D411907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7447541C-1647-E19E-5A7B-B9FD8F7219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1377" y="348794"/>
            <a:ext cx="2578923" cy="8175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40000"/>
              </a:lnSpc>
              <a:buNone/>
              <a:defRPr sz="1100" baseline="0">
                <a:solidFill>
                  <a:schemeClr val="bg1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886098"/>
            <a:ext cx="3061521" cy="22286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1BB5B262-E519-4208-7A79-D1C6835BE7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E708962-56A6-8610-AB8B-1FAAA21D6F6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10800000">
            <a:off x="4578394" y="3867144"/>
            <a:ext cx="1959566" cy="127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údo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1B9BCF69-1E6B-59BE-BB33-43B8AFD405AB}"/>
              </a:ext>
            </a:extLst>
          </p:cNvPr>
          <p:cNvSpPr>
            <a:spLocks/>
          </p:cNvSpPr>
          <p:nvPr userDrawn="1"/>
        </p:nvSpPr>
        <p:spPr>
          <a:xfrm>
            <a:off x="0" y="1499893"/>
            <a:ext cx="4572000" cy="3640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6049F78-EDE4-4ACD-2FFB-4BEF8B5361EA}"/>
              </a:ext>
            </a:extLst>
          </p:cNvPr>
          <p:cNvSpPr>
            <a:spLocks/>
          </p:cNvSpPr>
          <p:nvPr userDrawn="1"/>
        </p:nvSpPr>
        <p:spPr>
          <a:xfrm>
            <a:off x="0" y="-8029"/>
            <a:ext cx="9144001" cy="1507922"/>
          </a:xfrm>
          <a:prstGeom prst="rect">
            <a:avLst/>
          </a:prstGeom>
          <a:solidFill>
            <a:srgbClr val="39A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7045D"/>
              </a:solidFill>
              <a:latin typeface="Switzer" pitchFamily="50" charset="0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0344E30-2B02-1F98-C465-41DD2A539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9418" y="1"/>
            <a:ext cx="5655524" cy="5148400"/>
          </a:xfrm>
          <a:prstGeom prst="rect">
            <a:avLst/>
          </a:prstGeom>
        </p:spPr>
      </p:pic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AAD4FEE4-99DE-E282-E09C-7D9D107E05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29171" y="4664501"/>
            <a:ext cx="914400" cy="98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9F136A1F-721A-615E-0D15-2AC8AA2E24A7}"/>
              </a:ext>
            </a:extLst>
          </p:cNvPr>
          <p:cNvSpPr/>
          <p:nvPr userDrawn="1"/>
        </p:nvSpPr>
        <p:spPr>
          <a:xfrm>
            <a:off x="476250" y="4114800"/>
            <a:ext cx="6442243" cy="547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6000">
              <a:latin typeface="Switzer" pitchFamily="50" charset="0"/>
            </a:endParaRP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id="{EFC48721-B865-68C9-F4E0-473D0398E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56" y="358098"/>
            <a:ext cx="2365329" cy="817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4400" b="1">
                <a:solidFill>
                  <a:srgbClr val="27045D"/>
                </a:solidFill>
                <a:latin typeface="Instrument Sans" pitchFamily="2" charset="0"/>
                <a:ea typeface="Reddit Sans Condensed" pitchFamily="2" charset="0"/>
              </a:defRPr>
            </a:lvl1pPr>
            <a:lvl2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2pPr>
            <a:lvl3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3pPr>
            <a:lvl4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4pPr>
            <a:lvl5pPr>
              <a:defRPr sz="4400" b="1">
                <a:solidFill>
                  <a:srgbClr val="FAFF4D"/>
                </a:solidFill>
                <a:latin typeface="Reddit Sans" pitchFamily="2" charset="0"/>
                <a:ea typeface="Reddit Sans" pitchFamily="2" charset="0"/>
              </a:defRPr>
            </a:lvl5pPr>
          </a:lstStyle>
          <a:p>
            <a:pPr lvl="0"/>
            <a:r>
              <a:rPr lang="pt-BR"/>
              <a:t>TÍTULO</a:t>
            </a:r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7BD126AC-191F-9CD6-FD92-7E6C6C536B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812735" y="152400"/>
            <a:ext cx="163154" cy="188451"/>
          </a:xfrm>
          <a:prstGeom prst="rect">
            <a:avLst/>
          </a:prstGeom>
        </p:spPr>
      </p:pic>
      <p:sp>
        <p:nvSpPr>
          <p:cNvPr id="11" name="Espaço Reservado para Texto 11">
            <a:extLst>
              <a:ext uri="{FF2B5EF4-FFF2-40B4-BE49-F238E27FC236}">
                <a16:creationId xmlns:a16="http://schemas.microsoft.com/office/drawing/2014/main" id="{461BBC01-4010-985D-F5E2-94AD8DF45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9856" y="175207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8E647305-ACFA-8BC1-4882-422F36B84C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856" y="3296957"/>
            <a:ext cx="3637324" cy="13676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000" baseline="0">
                <a:solidFill>
                  <a:srgbClr val="161616"/>
                </a:solidFill>
                <a:latin typeface="Instrument Sans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FB09990B-9D89-CD6F-C131-E805CD9B6B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91847" y="1752077"/>
            <a:ext cx="3637324" cy="1367642"/>
          </a:xfrm>
          <a:prstGeom prst="rect">
            <a:avLst/>
          </a:prstGeom>
          <a:solidFill>
            <a:srgbClr val="39A7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15E4A130-A0B9-9E1B-FA46-E65ECF3AE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91847" y="3296957"/>
            <a:ext cx="3637324" cy="1367642"/>
          </a:xfrm>
          <a:prstGeom prst="rect">
            <a:avLst/>
          </a:prstGeom>
          <a:solidFill>
            <a:srgbClr val="39A7FF"/>
          </a:solidFill>
        </p:spPr>
        <p:txBody>
          <a:bodyPr>
            <a:noAutofit/>
          </a:bodyPr>
          <a:lstStyle>
            <a:lvl1pPr marL="0" indent="0" algn="l">
              <a:lnSpc>
                <a:spcPct val="140000"/>
              </a:lnSpc>
              <a:buNone/>
              <a:defRPr sz="1400" baseline="0">
                <a:solidFill>
                  <a:srgbClr val="27045D"/>
                </a:solidFill>
                <a:latin typeface="DM Mono" panose="020B0509040201040103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err="1">
                <a:effectLst/>
              </a:rPr>
              <a:t>Lorem</a:t>
            </a:r>
            <a:r>
              <a:rPr lang="pt-BR">
                <a:effectLst/>
              </a:rPr>
              <a:t> ipsum </a:t>
            </a:r>
            <a:r>
              <a:rPr lang="pt-BR" err="1">
                <a:effectLst/>
              </a:rPr>
              <a:t>dolor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sit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amet</a:t>
            </a:r>
            <a:r>
              <a:rPr lang="pt-BR">
                <a:effectLst/>
              </a:rPr>
              <a:t>, </a:t>
            </a:r>
            <a:r>
              <a:rPr lang="pt-BR" err="1">
                <a:effectLst/>
              </a:rPr>
              <a:t>consectetur</a:t>
            </a:r>
            <a:r>
              <a:rPr lang="pt-BR">
                <a:effectLst/>
              </a:rPr>
              <a:t> adipiscing </a:t>
            </a:r>
            <a:r>
              <a:rPr lang="pt-BR" err="1">
                <a:effectLst/>
              </a:rPr>
              <a:t>elit</a:t>
            </a:r>
            <a:r>
              <a:rPr lang="pt-BR">
                <a:effectLst/>
              </a:rPr>
              <a:t>. </a:t>
            </a:r>
            <a:r>
              <a:rPr lang="pt-BR" err="1">
                <a:effectLst/>
              </a:rPr>
              <a:t>Vivamus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lacinia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nibh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at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turpis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auctor</a:t>
            </a:r>
            <a:r>
              <a:rPr lang="pt-BR">
                <a:effectLst/>
              </a:rPr>
              <a:t> </a:t>
            </a:r>
            <a:r>
              <a:rPr lang="pt-BR" err="1">
                <a:effectLst/>
              </a:rPr>
              <a:t>varius</a:t>
            </a:r>
            <a:r>
              <a:rPr lang="pt-BR">
                <a:effectLst/>
              </a:rPr>
              <a:t>. 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89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 animBg="1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5.xml"/><Relationship Id="rId3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1.xml"/><Relationship Id="rId2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6.xml"/><Relationship Id="rId26" Type="http://schemas.openxmlformats.org/officeDocument/2006/relationships/slideLayout" Target="../slideLayouts/slideLayout87.xml"/><Relationship Id="rId2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9.xml"/><Relationship Id="rId3" Type="http://schemas.openxmlformats.org/officeDocument/2006/relationships/slideLayout" Target="../slideLayouts/slideLayout90.xml"/><Relationship Id="rId4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5.xml"/><Relationship Id="rId9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5.xml"/><Relationship Id="rId19" Type="http://schemas.openxmlformats.org/officeDocument/2006/relationships/slideLayout" Target="../slideLayouts/slideLayout106.xml"/><Relationship Id="rId20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09.xml"/><Relationship Id="rId23" Type="http://schemas.openxmlformats.org/officeDocument/2006/relationships/slideLayout" Target="../slideLayouts/slideLayout110.xml"/><Relationship Id="rId24" Type="http://schemas.openxmlformats.org/officeDocument/2006/relationships/slideLayout" Target="../slideLayouts/slideLayout111.xml"/><Relationship Id="rId25" Type="http://schemas.openxmlformats.org/officeDocument/2006/relationships/slideLayout" Target="../slideLayouts/slideLayout112.xml"/><Relationship Id="rId26" Type="http://schemas.openxmlformats.org/officeDocument/2006/relationships/slideLayout" Target="../slideLayouts/slideLayout113.xml"/><Relationship Id="rId27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29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25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6" r:id="rId6"/>
    <p:sldLayoutId id="2147483724" r:id="rId7"/>
    <p:sldLayoutId id="2147483730" r:id="rId8"/>
    <p:sldLayoutId id="2147483731" r:id="rId9"/>
    <p:sldLayoutId id="2147483742" r:id="rId10"/>
    <p:sldLayoutId id="2147483743" r:id="rId11"/>
    <p:sldLayoutId id="2147483744" r:id="rId12"/>
    <p:sldLayoutId id="2147483745" r:id="rId13"/>
    <p:sldLayoutId id="2147483820" r:id="rId14"/>
    <p:sldLayoutId id="2147483821" r:id="rId15"/>
    <p:sldLayoutId id="2147483822" r:id="rId16"/>
    <p:sldLayoutId id="2147483823" r:id="rId17"/>
    <p:sldLayoutId id="2147483824" r:id="rId18"/>
    <p:sldLayoutId id="2147483746" r:id="rId19"/>
    <p:sldLayoutId id="2147483747" r:id="rId20"/>
    <p:sldLayoutId id="2147483748" r:id="rId21"/>
    <p:sldLayoutId id="2147483818" r:id="rId22"/>
    <p:sldLayoutId id="2147483749" r:id="rId23"/>
    <p:sldLayoutId id="2147483750" r:id="rId24"/>
    <p:sldLayoutId id="2147483751" r:id="rId25"/>
    <p:sldLayoutId id="2147483752" r:id="rId26"/>
    <p:sldLayoutId id="2147483817" r:id="rId27"/>
    <p:sldLayoutId id="2147483753" r:id="rId28"/>
    <p:sldLayoutId id="2147483812" r:id="rId29"/>
    <p:sldLayoutId id="2147483819" r:id="rId30"/>
    <p:sldLayoutId id="2147483802" r:id="rId31"/>
    <p:sldLayoutId id="2147483805" r:id="rId32"/>
    <p:sldLayoutId id="2147483806" r:id="rId33"/>
    <p:sldLayoutId id="2147483807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ddit 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witze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witze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witze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witze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witze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76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694" r:id="rId2"/>
    <p:sldLayoutId id="2147483695" r:id="rId3"/>
    <p:sldLayoutId id="2147483725" r:id="rId4"/>
    <p:sldLayoutId id="2147483670" r:id="rId5"/>
    <p:sldLayoutId id="2147483717" r:id="rId6"/>
    <p:sldLayoutId id="2147483723" r:id="rId7"/>
    <p:sldLayoutId id="2147483766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777" r:id="rId14"/>
    <p:sldLayoutId id="2147483679" r:id="rId15"/>
    <p:sldLayoutId id="2147483680" r:id="rId16"/>
    <p:sldLayoutId id="2147483682" r:id="rId17"/>
    <p:sldLayoutId id="2147483683" r:id="rId18"/>
    <p:sldLayoutId id="2147483684" r:id="rId19"/>
    <p:sldLayoutId id="2147483789" r:id="rId20"/>
    <p:sldLayoutId id="2147483685" r:id="rId21"/>
    <p:sldLayoutId id="2147483815" r:id="rId22"/>
    <p:sldLayoutId id="2147483798" r:id="rId23"/>
    <p:sldLayoutId id="2147483799" r:id="rId24"/>
    <p:sldLayoutId id="2147483796" r:id="rId25"/>
    <p:sldLayoutId id="2147483797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ddit 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witze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witze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witze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witze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witze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41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7" r:id="rId2"/>
    <p:sldLayoutId id="2147483758" r:id="rId3"/>
    <p:sldLayoutId id="2147483729" r:id="rId4"/>
    <p:sldLayoutId id="2147483761" r:id="rId5"/>
    <p:sldLayoutId id="2147483762" r:id="rId6"/>
    <p:sldLayoutId id="2147483765" r:id="rId7"/>
    <p:sldLayoutId id="2147483672" r:id="rId8"/>
    <p:sldLayoutId id="2147483793" r:id="rId9"/>
    <p:sldLayoutId id="2147483770" r:id="rId10"/>
    <p:sldLayoutId id="2147483788" r:id="rId11"/>
    <p:sldLayoutId id="2147483772" r:id="rId12"/>
    <p:sldLayoutId id="2147483774" r:id="rId13"/>
    <p:sldLayoutId id="2147483776" r:id="rId14"/>
    <p:sldLayoutId id="2147483779" r:id="rId15"/>
    <p:sldLayoutId id="2147483781" r:id="rId16"/>
    <p:sldLayoutId id="2147483782" r:id="rId17"/>
    <p:sldLayoutId id="2147483784" r:id="rId18"/>
    <p:sldLayoutId id="2147483786" r:id="rId19"/>
    <p:sldLayoutId id="2147483686" r:id="rId20"/>
    <p:sldLayoutId id="2147483790" r:id="rId21"/>
    <p:sldLayoutId id="2147483813" r:id="rId22"/>
    <p:sldLayoutId id="2147483800" r:id="rId23"/>
    <p:sldLayoutId id="2147483803" r:id="rId24"/>
    <p:sldLayoutId id="2147483809" r:id="rId25"/>
    <p:sldLayoutId id="2147483808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65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56" r:id="rId2"/>
    <p:sldLayoutId id="2147483759" r:id="rId3"/>
    <p:sldLayoutId id="2147483669" r:id="rId4"/>
    <p:sldLayoutId id="2147483760" r:id="rId5"/>
    <p:sldLayoutId id="2147483763" r:id="rId6"/>
    <p:sldLayoutId id="2147483764" r:id="rId7"/>
    <p:sldLayoutId id="2147483767" r:id="rId8"/>
    <p:sldLayoutId id="2147483769" r:id="rId9"/>
    <p:sldLayoutId id="2147483771" r:id="rId10"/>
    <p:sldLayoutId id="2147483773" r:id="rId11"/>
    <p:sldLayoutId id="2147483775" r:id="rId12"/>
    <p:sldLayoutId id="2147483778" r:id="rId13"/>
    <p:sldLayoutId id="2147483678" r:id="rId14"/>
    <p:sldLayoutId id="2147483780" r:id="rId15"/>
    <p:sldLayoutId id="2147483783" r:id="rId16"/>
    <p:sldLayoutId id="2147483792" r:id="rId17"/>
    <p:sldLayoutId id="2147483785" r:id="rId18"/>
    <p:sldLayoutId id="2147483768" r:id="rId19"/>
    <p:sldLayoutId id="2147483791" r:id="rId20"/>
    <p:sldLayoutId id="2147483794" r:id="rId21"/>
    <p:sldLayoutId id="2147483814" r:id="rId22"/>
    <p:sldLayoutId id="2147483801" r:id="rId23"/>
    <p:sldLayoutId id="2147483804" r:id="rId24"/>
    <p:sldLayoutId id="2147483811" r:id="rId25"/>
    <p:sldLayoutId id="214748381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anchor="ctr"/>
          <a:lstStyle/>
          <a:p>
            <a:r>
              <a:rPr lang="pt-BR" sz="3200">
                <a:solidFill>
                  <a:srgbClr val="7746FF"/>
                </a:solidFill>
                <a:latin typeface="Instrument Sans Medium"/>
              </a:rPr>
              <a:t>Erros com ProblemDetails no 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712" y="411480"/>
            <a:ext cx="6054735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r>
              <a:rPr lang="pt-BR" sz="2800">
                <a:latin typeface="Instrument Sans Medium"/>
              </a:rPr>
              <a:t>Cinco problemas em um endpoint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Três formatos de erro: uma string, um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{ erro }</a:t>
            </a:r>
            <a:r>
              <a:rPr lang="pt-BR">
                <a:latin typeface="Instrument Sans"/>
              </a:rPr>
              <a:t> e um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{ message, stack }</a:t>
            </a:r>
            <a:r>
              <a:rPr lang="pt-BR">
                <a:latin typeface="Instrument Sans"/>
              </a:rPr>
              <a:t>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Vazamento: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ex.Message</a:t>
            </a:r>
            <a:r>
              <a:rPr lang="pt-BR">
                <a:latin typeface="Instrument Sans"/>
              </a:rPr>
              <a:t> e o stack trace entregam tabela, host e até senha.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Status errado: "já cancelado" é conflito, não requisição malformada.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O cliente compara texto. Corrigiu um acento, quebrou a integração.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try/catch</a:t>
            </a:r>
            <a:r>
              <a:rPr lang="pt-BR">
                <a:latin typeface="Instrument Sans"/>
              </a:rPr>
              <a:t> espalhado. Esqueceu em um endpoint, o comportamento muda.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r>
              <a:rPr lang="pt-BR" sz="2800">
                <a:latin typeface="Instrument Sans Medium"/>
              </a:rPr>
              <a:t>A RFC 9457 em poucas palavras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Publicada em 2023, substitui a RFC 7807. O formato é o mesmo.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Todo erro vira um documento com campos conhecidos.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Media type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application/problem+json</a:t>
            </a:r>
            <a:r>
              <a:rPr lang="pt-BR">
                <a:latin typeface="Instrument Sans"/>
              </a:rPr>
              <a:t>: o cliente sabe que é erro sem olhar o status.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type</a:t>
            </a:r>
            <a:r>
              <a:rPr lang="pt-BR">
                <a:latin typeface="Instrument Sans"/>
              </a:rPr>
              <a:t> e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title</a:t>
            </a:r>
            <a:r>
              <a:rPr lang="pt-BR">
                <a:latin typeface="Instrument Sans"/>
              </a:rPr>
              <a:t> descrevem a classe do erro.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detail</a:t>
            </a:r>
            <a:r>
              <a:rPr lang="pt-BR">
                <a:latin typeface="Instrument Sans"/>
              </a:rPr>
              <a:t> e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instance</a:t>
            </a:r>
            <a:r>
              <a:rPr lang="pt-BR">
                <a:latin typeface="Instrument Sans"/>
              </a:rPr>
              <a:t>, esta ocorrência.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37310"/>
            <a:ext cx="67665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r>
              <a:rPr lang="pt-BR" sz="2800">
                <a:latin typeface="Instrument Sans Medium"/>
              </a:rPr>
              <a:t>O que o ASP.NET Core já entrega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AddProblemDetails()</a:t>
            </a:r>
            <a:r>
              <a:rPr lang="pt-BR">
                <a:latin typeface="Instrument Sans"/>
              </a:rPr>
              <a:t> registra o serviço que escreve respostas nesse formato.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UseExceptionHandler()</a:t>
            </a:r>
            <a:r>
              <a:rPr lang="pt-BR">
                <a:latin typeface="Instrument Sans"/>
              </a:rPr>
              <a:t> captura exceção não tratada e devolve um 500 limpo.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UseStatusCodePages()</a:t>
            </a:r>
            <a:r>
              <a:rPr lang="pt-BR">
                <a:latin typeface="Instrument Sans"/>
              </a:rPr>
              <a:t> dá corpo a erros que saíram vazios, como o 404 de rota.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065594"/>
            <a:ext cx="6858000" cy="3012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454658"/>
            <a:ext cx="6035040" cy="2234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r>
              <a:rPr lang="pt-BR" sz="2800">
                <a:latin typeface="Instrument Sans Medium"/>
              </a:rPr>
              <a:t>Erro esperado vs erro inesperado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Esperado faz parte do negócio: não encontrado, já cancelado, sem estoque.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O cliente consegue agir. Viaja como valor, em um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Resultado&lt;T&gt;</a:t>
            </a:r>
            <a:r>
              <a:rPr lang="pt-BR">
                <a:latin typeface="Instrument Sans"/>
              </a:rPr>
              <a:t>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Inesperado é falha: banco fora do ar,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NullReferenceException</a:t>
            </a:r>
            <a:r>
              <a:rPr lang="pt-BR">
                <a:latin typeface="Instrument Sans"/>
              </a:rPr>
              <a:t>, timeout.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O cliente não pode fazer nada. Vira exceção e um 500 sem detalhe interno.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19962"/>
            <a:ext cx="5760720" cy="2703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574158"/>
            <a:ext cx="6858000" cy="39951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r>
              <a:rPr lang="pt-BR" sz="2800">
                <a:latin typeface="Instrument Sans Medium"/>
              </a:rPr>
              <a:t>Status em um único lugar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Validacao</a:t>
            </a:r>
            <a:r>
              <a:rPr lang="pt-BR">
                <a:latin typeface="Instrument Sans"/>
              </a:rPr>
              <a:t> vira 400: corrija os dados enviados.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NaoEncontrado</a:t>
            </a:r>
            <a:r>
              <a:rPr lang="pt-BR">
                <a:latin typeface="Instrument Sans"/>
              </a:rPr>
              <a:t> vira 404 e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Conflito</a:t>
            </a:r>
            <a:r>
              <a:rPr lang="pt-BR">
                <a:latin typeface="Instrument Sans"/>
              </a:rPr>
              <a:t> vira 409.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RegraDeNegocio</a:t>
            </a:r>
            <a:r>
              <a:rPr lang="pt-BR">
                <a:latin typeface="Instrument Sans"/>
              </a:rPr>
              <a:t> vira 422: a requisição é válida, mas a operação não é possível agora.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Mudou a política de status? Uma linha, revisada em PR.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572006"/>
            <a:ext cx="6858000" cy="1999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906037"/>
            <a:ext cx="6858000" cy="33314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102614"/>
            <a:ext cx="6126480" cy="29382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r>
              <a:rPr lang="pt-BR" sz="2800">
                <a:latin typeface="Instrument Sans Medium"/>
              </a:rPr>
              <a:t>O handler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Tudo o que é inesperado cai em um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IExceptionHandler</a:t>
            </a:r>
            <a:r>
              <a:rPr lang="pt-BR">
                <a:latin typeface="Instrument Sans"/>
              </a:rPr>
              <a:t>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O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Detail</a:t>
            </a:r>
            <a:r>
              <a:rPr lang="pt-BR">
                <a:latin typeface="Instrument Sans"/>
              </a:rPr>
              <a:t> é fixo. A mensagem da exceção pertence ao log, não ao cliente.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O log leva a exceção completa. O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traceId</a:t>
            </a:r>
            <a:r>
              <a:rPr lang="pt-BR">
                <a:latin typeface="Instrument Sans"/>
              </a:rPr>
              <a:t> liga a resposta ao log.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Handlers específicos antes, o global por último.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574158"/>
            <a:ext cx="6858000" cy="39951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867918"/>
            <a:ext cx="6583680" cy="34076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anchor="ctr"/>
          <a:lstStyle/>
          <a:p>
            <a:r>
              <a:rPr lang="pt-BR" sz="2800">
                <a:latin typeface="Instrument Sans Medium"/>
              </a:rPr>
              <a:t>As regras do contrato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Todo erro é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application/problem+json</a:t>
            </a:r>
            <a:r>
              <a:rPr lang="pt-BR">
                <a:latin typeface="Instrument Sans"/>
              </a:rPr>
              <a:t>. Sem exceção.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O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type</a:t>
            </a:r>
            <a:r>
              <a:rPr lang="pt-BR">
                <a:latin typeface="Instrument Sans"/>
              </a:rPr>
              <a:t> e o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code</a:t>
            </a:r>
            <a:r>
              <a:rPr lang="pt-BR">
                <a:latin typeface="Instrument Sans"/>
              </a:rPr>
              <a:t> nunca mudam. Mudou o significado, crie um tipo novo.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O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title</a:t>
            </a:r>
            <a:r>
              <a:rPr lang="pt-BR">
                <a:latin typeface="Instrument Sans"/>
              </a:rPr>
              <a:t> é fixo por tipo. O </a:t>
            </a:r>
            <a:r>
              <a:rPr lang="pt-BR">
                <a:solidFill>
                  <a:srgbClr val="F8F7F1"/>
                </a:solidFill>
                <a:highlight>
                  <a:srgbClr val="7746FF"/>
                </a:highlight>
                <a:latin typeface="DM Mono"/>
              </a:rPr>
              <a:t>detail</a:t>
            </a:r>
            <a:r>
              <a:rPr lang="pt-BR">
                <a:latin typeface="Instrument Sans"/>
              </a:rPr>
              <a:t> é para humanos e pode mudar.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Dados que o cliente usa são extensões estruturadas.</a:t>
            </a:r>
          </a:p>
          <a:p>
            <a:pPr marL="285750" indent="-285750">
              <a:buClr>
                <a:srgbClr val="27045D"/>
              </a:buClr>
              <a:buFont typeface="Courier New"/>
              <a:buChar char="o"/>
            </a:pPr>
            <a:r>
              <a:rPr lang="pt-BR">
                <a:latin typeface="Instrument Sans"/>
              </a:rPr>
              <a:t>Evolução só aditiva. Renomear ou remover extensão quebra o contrato.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912173"/>
            <a:ext cx="6858000" cy="33191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 anchor="ctr"/>
          <a:lstStyle/>
          <a:p>
            <a:r>
              <a:rPr lang="pt-BR" sz="3200">
                <a:solidFill>
                  <a:srgbClr val="7746FF"/>
                </a:solidFill>
                <a:latin typeface="Instrument Sans Medium"/>
              </a:rPr>
              <a:t>Erro também é contrato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lide em Branc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a 1">
      <a:majorFont>
        <a:latin typeface="Reddit Sans Condensed"/>
        <a:ea typeface=""/>
        <a:cs typeface=""/>
      </a:majorFont>
      <a:minorFont>
        <a:latin typeface="Switz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ARK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a 1">
      <a:majorFont>
        <a:latin typeface="Reddit Sans Condensed"/>
        <a:ea typeface=""/>
        <a:cs typeface=""/>
      </a:majorFont>
      <a:minorFont>
        <a:latin typeface="Switz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URPLE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BLUE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CEC87284B214408CCBAE5237E0258F" ma:contentTypeVersion="12" ma:contentTypeDescription="Crie um novo documento." ma:contentTypeScope="" ma:versionID="efa4eccb7ad2c551fe74479c1933e8d1">
  <xsd:schema xmlns:xsd="http://www.w3.org/2001/XMLSchema" xmlns:xs="http://www.w3.org/2001/XMLSchema" xmlns:p="http://schemas.microsoft.com/office/2006/metadata/properties" xmlns:ns2="73ae95dc-5dde-4eaa-bc89-d3409127204d" xmlns:ns3="6e482077-3d57-4413-816d-ac086c89eeec" targetNamespace="http://schemas.microsoft.com/office/2006/metadata/properties" ma:root="true" ma:fieldsID="fdbe04d61eb2b22e70a56791f38d1306" ns2:_="" ns3:_="">
    <xsd:import namespace="73ae95dc-5dde-4eaa-bc89-d3409127204d"/>
    <xsd:import namespace="6e482077-3d57-4413-816d-ac086c89ee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ae95dc-5dde-4eaa-bc89-d340912720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d0b044f4-aa96-449d-829d-98bd1fe02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82077-3d57-4413-816d-ac086c89eee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8f19cb2-38f6-4773-8467-bf308332abb3}" ma:internalName="TaxCatchAll" ma:showField="CatchAllData" ma:web="6e482077-3d57-4413-816d-ac086c89ee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ae95dc-5dde-4eaa-bc89-d3409127204d">
      <Terms xmlns="http://schemas.microsoft.com/office/infopath/2007/PartnerControls"/>
    </lcf76f155ced4ddcb4097134ff3c332f>
    <TaxCatchAll xmlns="6e482077-3d57-4413-816d-ac086c89eeec" xsi:nil="true"/>
  </documentManagement>
</p:properties>
</file>

<file path=customXml/itemProps1.xml><?xml version="1.0" encoding="utf-8"?>
<ds:datastoreItem xmlns:ds="http://schemas.openxmlformats.org/officeDocument/2006/customXml" ds:itemID="{213E2A8D-D662-4DE6-A69D-53AFA96475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84A103-5648-45A2-BA63-F4CB12441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ae95dc-5dde-4eaa-bc89-d3409127204d"/>
    <ds:schemaRef ds:uri="6e482077-3d57-4413-816d-ac086c89e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206DBD-BD25-4807-B4F1-7F1D2ED5FAF4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6e482077-3d57-4413-816d-ac086c89eeec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73ae95dc-5dde-4eaa-bc89-d3409127204d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4503</TotalTime>
  <Words>1126</Words>
  <Application>Microsoft Office PowerPoint</Application>
  <PresentationFormat>Apresentação na tela (16:9)</PresentationFormat>
  <Paragraphs>92</Paragraphs>
  <Slides>17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17</vt:i4>
      </vt:variant>
    </vt:vector>
  </HeadingPairs>
  <TitlesOfParts>
    <vt:vector size="28" baseType="lpstr">
      <vt:lpstr>Arial</vt:lpstr>
      <vt:lpstr>Reddit Sans</vt:lpstr>
      <vt:lpstr>Instrument Sans</vt:lpstr>
      <vt:lpstr>DM Mono</vt:lpstr>
      <vt:lpstr>Switzer</vt:lpstr>
      <vt:lpstr>Courier New</vt:lpstr>
      <vt:lpstr>1_Slide em Branco</vt:lpstr>
      <vt:lpstr>LIGHT MODE</vt:lpstr>
      <vt:lpstr>DARK MODE</vt:lpstr>
      <vt:lpstr>PURPLE MODE</vt:lpstr>
      <vt:lpstr>BLUE MODE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André Baltieri</cp:lastModifiedBy>
  <cp:revision>139</cp:revision>
  <dcterms:created xsi:type="dcterms:W3CDTF">2025-09-02T12:34:32Z</dcterms:created>
  <dcterms:modified xsi:type="dcterms:W3CDTF">2026-09-14T16:04:15Z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0x010100C3CEC87284B214408CCBAE5237E0258F</vt:lpwstr>
  </property>
  <property fmtid="{D5CDD505-2E9C-101B-9397-08002B2CF9AE}" pid="3" name="MediaServiceImageTags">
    <vt:lpwstr/>
  </property>
</Properties>
</file>